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12" r:id="rId5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6" roundtripDataSignature="AMtx7mhW6vG81Vxo5HfZbi1VadGEAPUdw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enevieve Flaspohler" initials="" lastIdx="34" clrIdx="0"/>
  <p:cmAuthor id="1" name="alec jong" initials="" lastIdx="13" clrIdx="1"/>
  <p:cmAuthor id="2" name="Jong, Alexander Gerco" initials="AJ" lastIdx="1" clrIdx="2">
    <p:extLst>
      <p:ext uri="{19B8F6BF-5375-455C-9EA6-DF929625EA0E}">
        <p15:presenceInfo xmlns:p15="http://schemas.microsoft.com/office/powerpoint/2012/main" userId="S::uruja@student.kit.edu::fc07f965-9a66-4f8b-8d16-a175cc19f9b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8F462A-C761-4D7F-B77F-D2EC0118C988}">
  <a:tblStyle styleId="{C38F462A-C761-4D7F-B77F-D2EC0118C98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51"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10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commentAuthors" Target="commentAuthor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110"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10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1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6" Type="http://customschemas.google.com/relationships/presentationmetadata" Target="meta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bom.gov.au/climate/mjo/"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www.bom.gov.au/climate/mjo/#tabs=Monitoring"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bom.gov.au/climate/enso/?ninoIndex=nino3.4&amp;index=rnino34&amp;period=weekly#tabs=Pacific-Ocean"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cpc.ncep.noaa.gov/products/international/itf/itcz.s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ncics.org/portfolio/monitor/mjo/"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s://ncics.org/pub/mjo/v2/hov/vwnd850.orig.eqtr.png" TargetMode="External"/><Relationship Id="rId4" Type="http://schemas.openxmlformats.org/officeDocument/2006/relationships/hyperlink" Target="https://ncics.org/pub/mjo/v2/map/olr.cfs.all.global.7.png"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www.cpc.ncep.noaa.gov/products/precip/CWlink/MJO/foregfs.shtml"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s://www.cpc.ncep.noaa.gov/products/precip/CWlink/MJO/CLIVAR/ecmf.shtml" TargetMode="Externa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www.bom.gov.au/climate/ocean/outlooks/?index=iod#tabs=Graphs"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www.bom.gov.au/climate/ocean/outlooks/?index=iod#tabs=Graphs"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f876f4b115_0_5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f876f4b115_0_5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3f876f4b115_0_54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c25abfedcb_0_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g3c25abfedcb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f84ffdcb31_1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f84ffdcb31_1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f84ffdcb31_1_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f84ffdcb31_1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f84ffdcb31_1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3f84ffdcb31_1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84ffdcb31_0_6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3f84ffdcb31_0_6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f880911230_3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f880911230_3_1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g3f880911230_3_1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f876f4b115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f876f4b115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38100" lvl="0" indent="0" algn="l" rtl="0">
              <a:lnSpc>
                <a:spcPct val="175000"/>
              </a:lnSpc>
              <a:spcBef>
                <a:spcPts val="0"/>
              </a:spcBef>
              <a:spcAft>
                <a:spcPts val="900"/>
              </a:spcAft>
              <a:buNone/>
            </a:pPr>
            <a:r>
              <a:rPr lang="en-US">
                <a:solidFill>
                  <a:srgbClr val="4E4E4E"/>
                </a:solidFill>
                <a:highlight>
                  <a:srgbClr val="F9F9F9"/>
                </a:highlight>
                <a:latin typeface="Roboto"/>
                <a:ea typeface="Roboto"/>
                <a:cs typeface="Roboto"/>
                <a:sym typeface="Roboto"/>
              </a:rPr>
              <a:t>Weather Skill: Can you show me the last 4 weeks of CHIRPS rainfall, clipped to Kenya? Can you show me that as anomalies? </a:t>
            </a:r>
            <a:endParaRPr/>
          </a:p>
        </p:txBody>
      </p:sp>
      <p:sp>
        <p:nvSpPr>
          <p:cNvPr id="159" name="Google Shape;159;g3f876f4b115_0_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f876f4b115_0_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f876f4b115_0_8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38100" lvl="0" indent="0" algn="l" rtl="0">
              <a:lnSpc>
                <a:spcPct val="175000"/>
              </a:lnSpc>
              <a:spcBef>
                <a:spcPts val="0"/>
              </a:spcBef>
              <a:spcAft>
                <a:spcPts val="900"/>
              </a:spcAft>
              <a:buNone/>
            </a:pPr>
            <a:r>
              <a:rPr lang="en-US">
                <a:solidFill>
                  <a:srgbClr val="4E4E4E"/>
                </a:solidFill>
                <a:highlight>
                  <a:srgbClr val="F9F9F9"/>
                </a:highlight>
                <a:latin typeface="Roboto"/>
                <a:ea typeface="Roboto"/>
                <a:cs typeface="Roboto"/>
                <a:sym typeface="Roboto"/>
              </a:rPr>
              <a:t>Weather Skill: Can you show me the last 4 weeks of CHIRPS rainfall in East Africa? Can you show me that as anomalies? </a:t>
            </a:r>
            <a:endParaRPr/>
          </a:p>
        </p:txBody>
      </p:sp>
      <p:sp>
        <p:nvSpPr>
          <p:cNvPr id="171" name="Google Shape;171;g3f876f4b115_0_8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f9e8720516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f9e8720516_0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38100" lvl="0" indent="0" algn="l" rtl="0">
              <a:lnSpc>
                <a:spcPct val="175000"/>
              </a:lnSpc>
              <a:spcBef>
                <a:spcPts val="0"/>
              </a:spcBef>
              <a:spcAft>
                <a:spcPts val="0"/>
              </a:spcAft>
              <a:buNone/>
            </a:pPr>
            <a:r>
              <a:rPr lang="en-US">
                <a:solidFill>
                  <a:srgbClr val="4E4E4E"/>
                </a:solidFill>
                <a:highlight>
                  <a:srgbClr val="F9F9F9"/>
                </a:highlight>
                <a:latin typeface="Roboto"/>
                <a:ea typeface="Roboto"/>
                <a:cs typeface="Roboto"/>
                <a:sym typeface="Roboto"/>
              </a:rPr>
              <a:t>Weather Skill: Plot me the TAHMO station data in </a:t>
            </a:r>
            <a:r>
              <a:rPr lang="en-US">
                <a:solidFill>
                  <a:srgbClr val="4E4E4E"/>
                </a:solidFill>
                <a:highlight>
                  <a:srgbClr val="FFFFFF"/>
                </a:highlight>
                <a:latin typeface="Roboto"/>
                <a:ea typeface="Roboto"/>
                <a:cs typeface="Roboto"/>
                <a:sym typeface="Roboto"/>
              </a:rPr>
              <a:t>Nairobi, Mombasa, Kisumu, Nakuru, and Eldoret. Prefer the following station IDs: </a:t>
            </a:r>
            <a:r>
              <a:rPr lang="en-US" sz="950">
                <a:solidFill>
                  <a:srgbClr val="171717"/>
                </a:solidFill>
                <a:highlight>
                  <a:srgbClr val="FFFFFF"/>
                </a:highlight>
                <a:latin typeface="Roboto"/>
                <a:ea typeface="Roboto"/>
                <a:cs typeface="Roboto"/>
                <a:sym typeface="Roboto"/>
              </a:rPr>
              <a:t>TA00025, TA00072, TA00171, TA00026, TA00274</a:t>
            </a:r>
            <a:endParaRPr sz="950">
              <a:solidFill>
                <a:srgbClr val="171717"/>
              </a:solidFill>
              <a:highlight>
                <a:srgbClr val="FFFFFF"/>
              </a:highlight>
              <a:latin typeface="Roboto"/>
              <a:ea typeface="Roboto"/>
              <a:cs typeface="Roboto"/>
              <a:sym typeface="Roboto"/>
            </a:endParaRPr>
          </a:p>
          <a:p>
            <a:pPr marL="38100" lvl="0" indent="0" algn="l" rtl="0">
              <a:lnSpc>
                <a:spcPct val="175000"/>
              </a:lnSpc>
              <a:spcBef>
                <a:spcPts val="900"/>
              </a:spcBef>
              <a:spcAft>
                <a:spcPts val="0"/>
              </a:spcAft>
              <a:buNone/>
            </a:pPr>
            <a:endParaRPr>
              <a:solidFill>
                <a:srgbClr val="4E4E4E"/>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Clr>
                <a:schemeClr val="dk1"/>
              </a:buClr>
              <a:buSzPts val="1100"/>
              <a:buFont typeface="Arial"/>
              <a:buNone/>
            </a:pPr>
            <a:endParaRPr sz="1100"/>
          </a:p>
          <a:p>
            <a:pPr marL="38100" lvl="0" indent="0" algn="l" rtl="0">
              <a:lnSpc>
                <a:spcPct val="175000"/>
              </a:lnSpc>
              <a:spcBef>
                <a:spcPts val="0"/>
              </a:spcBef>
              <a:spcAft>
                <a:spcPts val="900"/>
              </a:spcAft>
              <a:buNone/>
            </a:pPr>
            <a:endParaRPr>
              <a:solidFill>
                <a:srgbClr val="4E4E4E"/>
              </a:solidFill>
              <a:highlight>
                <a:srgbClr val="F9F9F9"/>
              </a:highlight>
              <a:latin typeface="Roboto"/>
              <a:ea typeface="Roboto"/>
              <a:cs typeface="Roboto"/>
              <a:sym typeface="Roboto"/>
            </a:endParaRPr>
          </a:p>
        </p:txBody>
      </p:sp>
      <p:sp>
        <p:nvSpPr>
          <p:cNvPr id="183" name="Google Shape;183;g3f9e8720516_0_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f876f4b115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f876f4b115_0_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Weather Skills: Can you plot a barplot of daily rainfall in Kenya’s OND region from August - December of this year and overlay a line plot of climatology? </a:t>
            </a:r>
            <a:r>
              <a:rPr lang="en-US">
                <a:solidFill>
                  <a:srgbClr val="4E4E4E"/>
                </a:solidFill>
                <a:highlight>
                  <a:srgbClr val="F9F9F9"/>
                </a:highlight>
                <a:latin typeface="Roboto"/>
                <a:ea typeface="Roboto"/>
                <a:cs typeface="Roboto"/>
                <a:sym typeface="Roboto"/>
              </a:rPr>
              <a:t>Can you show me the standardized anomalies on that same time period, filling out the period through December where there are no observations?</a:t>
            </a:r>
            <a:endParaRPr/>
          </a:p>
          <a:p>
            <a:pPr marL="0" lvl="0" indent="0" algn="l" rtl="0">
              <a:spcBef>
                <a:spcPts val="1200"/>
              </a:spcBef>
              <a:spcAft>
                <a:spcPts val="0"/>
              </a:spcAft>
              <a:buNone/>
            </a:pPr>
            <a:endParaRPr/>
          </a:p>
        </p:txBody>
      </p:sp>
      <p:sp>
        <p:nvSpPr>
          <p:cNvPr id="197" name="Google Shape;197;g3f876f4b115_0_5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f876f4b115_0_1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f876f4b115_0_1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Weather Skills: Can you show me the weekly rainfall totals from August to December in Kenya for each analog year and the current year from the CHIRPS data product? </a:t>
            </a:r>
            <a:r>
              <a:rPr lang="en-US">
                <a:solidFill>
                  <a:srgbClr val="4E4E4E"/>
                </a:solidFill>
                <a:highlight>
                  <a:srgbClr val="F9F9F9"/>
                </a:highlight>
                <a:latin typeface="Roboto"/>
                <a:ea typeface="Roboto"/>
                <a:cs typeface="Roboto"/>
                <a:sym typeface="Roboto"/>
              </a:rPr>
              <a:t>Can you append the ECMWF 6 week S2S forecast and  show the ensemble spread as individual trajectories?</a:t>
            </a:r>
            <a:endParaRPr>
              <a:solidFill>
                <a:srgbClr val="4E4E4E"/>
              </a:solidFill>
              <a:highlight>
                <a:srgbClr val="F9F9F9"/>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sz="1100"/>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09" name="Google Shape;209;g3f876f4b115_0_16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f876f4b115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f876f4b115_0_1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38100" lvl="0" indent="0" algn="l" rtl="0">
              <a:lnSpc>
                <a:spcPct val="175000"/>
              </a:lnSpc>
              <a:spcBef>
                <a:spcPts val="0"/>
              </a:spcBef>
              <a:spcAft>
                <a:spcPts val="0"/>
              </a:spcAft>
              <a:buNone/>
            </a:pPr>
            <a:r>
              <a:rPr lang="en-US">
                <a:solidFill>
                  <a:srgbClr val="4E4E4E"/>
                </a:solidFill>
                <a:highlight>
                  <a:srgbClr val="F9F9F9"/>
                </a:highlight>
                <a:latin typeface="Roboto"/>
                <a:ea typeface="Roboto"/>
                <a:cs typeface="Roboto"/>
                <a:sym typeface="Roboto"/>
              </a:rPr>
              <a:t>Weather Skill: Can you show me the current MJO state? </a:t>
            </a:r>
            <a:endParaRPr/>
          </a:p>
          <a:p>
            <a:pPr marL="0" lvl="0" indent="0" algn="l" rtl="0">
              <a:spcBef>
                <a:spcPts val="900"/>
              </a:spcBef>
              <a:spcAft>
                <a:spcPts val="0"/>
              </a:spcAft>
              <a:buNone/>
            </a:pPr>
            <a:r>
              <a:rPr lang="en-US"/>
              <a:t>Sources</a:t>
            </a:r>
            <a:endParaRPr/>
          </a:p>
          <a:p>
            <a:pPr marL="0" lvl="0" indent="0" algn="l" rtl="0">
              <a:spcBef>
                <a:spcPts val="0"/>
              </a:spcBef>
              <a:spcAft>
                <a:spcPts val="0"/>
              </a:spcAft>
              <a:buNone/>
            </a:pPr>
            <a:r>
              <a:rPr lang="en-US" u="sng">
                <a:solidFill>
                  <a:schemeClr val="hlink"/>
                </a:solidFill>
                <a:hlinkClick r:id="rId3"/>
              </a:rPr>
              <a:t>https://www.bom.gov.au/climate/mjo/</a:t>
            </a:r>
            <a:endParaRPr/>
          </a:p>
          <a:p>
            <a:pPr marL="0" lvl="0" indent="0" algn="l" rtl="0">
              <a:spcBef>
                <a:spcPts val="0"/>
              </a:spcBef>
              <a:spcAft>
                <a:spcPts val="0"/>
              </a:spcAft>
              <a:buNone/>
            </a:pPr>
            <a:r>
              <a:rPr lang="en-US" u="sng">
                <a:solidFill>
                  <a:schemeClr val="hlink"/>
                </a:solidFill>
                <a:hlinkClick r:id="rId4"/>
              </a:rPr>
              <a:t>https://www.bom.gov.au/climate/mjo/#tabs=Monitoring</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20" name="Google Shape;220;g3f876f4b115_0_17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f876f4b115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f876f4b115_0_2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38100" lvl="0" indent="0" algn="l" rtl="0">
              <a:lnSpc>
                <a:spcPct val="175000"/>
              </a:lnSpc>
              <a:spcBef>
                <a:spcPts val="0"/>
              </a:spcBef>
              <a:spcAft>
                <a:spcPts val="0"/>
              </a:spcAft>
              <a:buClr>
                <a:schemeClr val="dk1"/>
              </a:buClr>
              <a:buSzPts val="1100"/>
              <a:buFont typeface="Arial"/>
              <a:buNone/>
            </a:pPr>
            <a:r>
              <a:rPr lang="en-US">
                <a:solidFill>
                  <a:srgbClr val="4E4E4E"/>
                </a:solidFill>
                <a:highlight>
                  <a:srgbClr val="F9F9F9"/>
                </a:highlight>
                <a:latin typeface="Roboto"/>
                <a:ea typeface="Roboto"/>
                <a:cs typeface="Roboto"/>
                <a:sym typeface="Roboto"/>
              </a:rPr>
              <a:t>Weather Skill: Can you show me the current IOD and ENSO state? </a:t>
            </a:r>
            <a:endParaRPr/>
          </a:p>
          <a:p>
            <a:pPr marL="0" lvl="0" indent="0" algn="l" rtl="0">
              <a:spcBef>
                <a:spcPts val="900"/>
              </a:spcBef>
              <a:spcAft>
                <a:spcPts val="0"/>
              </a:spcAft>
              <a:buNone/>
            </a:pPr>
            <a:endParaRPr/>
          </a:p>
          <a:p>
            <a:pPr marL="0" lvl="0" indent="0" algn="l" rtl="0">
              <a:spcBef>
                <a:spcPts val="0"/>
              </a:spcBef>
              <a:spcAft>
                <a:spcPts val="0"/>
              </a:spcAft>
              <a:buNone/>
            </a:pPr>
            <a:r>
              <a:rPr lang="en-US" u="sng">
                <a:solidFill>
                  <a:schemeClr val="hlink"/>
                </a:solidFill>
                <a:hlinkClick r:id="rId3"/>
              </a:rPr>
              <a:t>https://www.bom.gov.au/climate/enso/?ninoIndex=nino3.4&amp;index=rnino34&amp;period=weekly#tabs=Pacific-Ocean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32" name="Google Shape;232;g3f876f4b115_0_20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f876f4b115_0_4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f876f4b115_0_4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38100" lvl="0" indent="0" algn="l" rtl="0">
              <a:lnSpc>
                <a:spcPct val="175000"/>
              </a:lnSpc>
              <a:spcBef>
                <a:spcPts val="0"/>
              </a:spcBef>
              <a:spcAft>
                <a:spcPts val="0"/>
              </a:spcAft>
              <a:buClr>
                <a:schemeClr val="dk1"/>
              </a:buClr>
              <a:buSzPts val="1100"/>
              <a:buFont typeface="Arial"/>
              <a:buNone/>
            </a:pPr>
            <a:r>
              <a:rPr lang="en-US">
                <a:solidFill>
                  <a:srgbClr val="4E4E4E"/>
                </a:solidFill>
                <a:highlight>
                  <a:srgbClr val="F9F9F9"/>
                </a:highlight>
                <a:latin typeface="Roboto"/>
                <a:ea typeface="Roboto"/>
                <a:cs typeface="Roboto"/>
                <a:sym typeface="Roboto"/>
              </a:rPr>
              <a:t>Weather Skill: Can you show me the current ITCZ state? </a:t>
            </a:r>
            <a:endParaRPr/>
          </a:p>
          <a:p>
            <a:pPr marL="0" lvl="0" indent="0" algn="l" rtl="0">
              <a:spcBef>
                <a:spcPts val="900"/>
              </a:spcBef>
              <a:spcAft>
                <a:spcPts val="0"/>
              </a:spcAft>
              <a:buClr>
                <a:schemeClr val="dk1"/>
              </a:buClr>
              <a:buSzPts val="1100"/>
              <a:buFont typeface="Arial"/>
              <a:buNone/>
            </a:pPr>
            <a:r>
              <a:rPr lang="en-US" u="sng">
                <a:solidFill>
                  <a:schemeClr val="hlink"/>
                </a:solidFill>
                <a:hlinkClick r:id="rId3"/>
              </a:rPr>
              <a:t>https://www.cpc.ncep.noaa.gov/products/international/itf/itcz.shtml</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43" name="Google Shape;243;g3f876f4b115_0_4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f84ffdcb31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f84ffdcb31_0_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38100" lvl="0" indent="0" algn="l" rtl="0">
              <a:lnSpc>
                <a:spcPct val="175000"/>
              </a:lnSpc>
              <a:spcBef>
                <a:spcPts val="0"/>
              </a:spcBef>
              <a:spcAft>
                <a:spcPts val="0"/>
              </a:spcAft>
              <a:buClr>
                <a:schemeClr val="dk1"/>
              </a:buClr>
              <a:buSzPts val="1100"/>
              <a:buFont typeface="Arial"/>
              <a:buNone/>
            </a:pPr>
            <a:r>
              <a:rPr lang="en-US">
                <a:solidFill>
                  <a:srgbClr val="4E4E4E"/>
                </a:solidFill>
                <a:highlight>
                  <a:srgbClr val="F9F9F9"/>
                </a:highlight>
                <a:latin typeface="Roboto"/>
                <a:ea typeface="Roboto"/>
                <a:cs typeface="Roboto"/>
                <a:sym typeface="Roboto"/>
              </a:rPr>
              <a:t>Weather Skill: Can you show me the current hovmoller diagram in the tropics? Can you show me that as a map focused on Africa? </a:t>
            </a:r>
            <a:endParaRPr>
              <a:solidFill>
                <a:srgbClr val="4E4E4E"/>
              </a:solidFill>
              <a:highlight>
                <a:srgbClr val="F9F9F9"/>
              </a:highlight>
              <a:latin typeface="Roboto"/>
              <a:ea typeface="Roboto"/>
              <a:cs typeface="Roboto"/>
              <a:sym typeface="Roboto"/>
            </a:endParaRPr>
          </a:p>
          <a:p>
            <a:pPr marL="0" lvl="0" indent="0" algn="l" rtl="0">
              <a:lnSpc>
                <a:spcPct val="115000"/>
              </a:lnSpc>
              <a:spcBef>
                <a:spcPts val="900"/>
              </a:spcBef>
              <a:spcAft>
                <a:spcPts val="0"/>
              </a:spcAft>
              <a:buClr>
                <a:schemeClr val="dk1"/>
              </a:buClr>
              <a:buSzPts val="1100"/>
              <a:buFont typeface="Arial"/>
              <a:buNone/>
            </a:pPr>
            <a:endParaRPr sz="1100"/>
          </a:p>
          <a:p>
            <a:pPr marL="0" lvl="0" indent="0" algn="l" rtl="0">
              <a:spcBef>
                <a:spcPts val="0"/>
              </a:spcBef>
              <a:spcAft>
                <a:spcPts val="0"/>
              </a:spcAft>
              <a:buNone/>
            </a:pPr>
            <a:endParaRPr/>
          </a:p>
          <a:p>
            <a:pPr marL="0" lvl="0" indent="0" algn="l" rtl="0">
              <a:spcBef>
                <a:spcPts val="0"/>
              </a:spcBef>
              <a:spcAft>
                <a:spcPts val="0"/>
              </a:spcAft>
              <a:buNone/>
            </a:pPr>
            <a:r>
              <a:rPr lang="en-US" u="sng">
                <a:solidFill>
                  <a:schemeClr val="hlink"/>
                </a:solidFill>
                <a:hlinkClick r:id="rId3"/>
              </a:rPr>
              <a:t>https://ncics.org/portfolio/monitor/mjo/</a:t>
            </a:r>
            <a:endParaRPr/>
          </a:p>
          <a:p>
            <a:pPr marL="0" lvl="0" indent="0" algn="l" rtl="0">
              <a:spcBef>
                <a:spcPts val="0"/>
              </a:spcBef>
              <a:spcAft>
                <a:spcPts val="0"/>
              </a:spcAft>
              <a:buNone/>
            </a:pPr>
            <a:r>
              <a:rPr lang="en-US" u="sng">
                <a:solidFill>
                  <a:schemeClr val="hlink"/>
                </a:solidFill>
                <a:hlinkClick r:id="rId4"/>
              </a:rPr>
              <a:t>https://ncics.org/pub/mjo/v2/map/olr.cfs.all.global.7.png</a:t>
            </a:r>
            <a:endParaRPr/>
          </a:p>
          <a:p>
            <a:pPr marL="0" lvl="0" indent="0" algn="l" rtl="0">
              <a:spcBef>
                <a:spcPts val="0"/>
              </a:spcBef>
              <a:spcAft>
                <a:spcPts val="0"/>
              </a:spcAft>
              <a:buNone/>
            </a:pPr>
            <a:r>
              <a:rPr lang="en-US" u="sng">
                <a:solidFill>
                  <a:schemeClr val="hlink"/>
                </a:solidFill>
                <a:hlinkClick r:id="rId5"/>
              </a:rPr>
              <a:t>https://ncics.org/pub/mjo/v2/hov/vwnd850.orig.eqtr.png</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54" name="Google Shape;254;g3f84ffdcb31_0_4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f84ffdcb31_1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f84ffdcb31_1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g3f84ffdcb31_1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f9fe6d01a0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f9fe6d01a0_0_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solidFill>
                  <a:srgbClr val="4E4E4E"/>
                </a:solidFill>
                <a:highlight>
                  <a:srgbClr val="F9F9F9"/>
                </a:highlight>
                <a:latin typeface="Roboto"/>
                <a:ea typeface="Roboto"/>
                <a:cs typeface="Roboto"/>
                <a:sym typeface="Roboto"/>
              </a:rPr>
              <a:t>WeatherSkill: Can you verify the last weeks CHIRPS precip against weeks 1 -4 of the GEFS model in Kenya, with a 5mm rainfall cutoff?</a:t>
            </a:r>
            <a:endParaRPr>
              <a:solidFill>
                <a:srgbClr val="4E4E4E"/>
              </a:solidFill>
              <a:highlight>
                <a:srgbClr val="F9F9F9"/>
              </a:highlight>
              <a:latin typeface="Roboto"/>
              <a:ea typeface="Roboto"/>
              <a:cs typeface="Roboto"/>
              <a:sym typeface="Roboto"/>
            </a:endParaRPr>
          </a:p>
          <a:p>
            <a:pPr marL="38100" lvl="0" indent="0" algn="l" rtl="0">
              <a:lnSpc>
                <a:spcPct val="175000"/>
              </a:lnSpc>
              <a:spcBef>
                <a:spcPts val="1200"/>
              </a:spcBef>
              <a:spcAft>
                <a:spcPts val="900"/>
              </a:spcAft>
              <a:buNone/>
            </a:pPr>
            <a:endParaRPr>
              <a:solidFill>
                <a:srgbClr val="4E4E4E"/>
              </a:solidFill>
              <a:highlight>
                <a:srgbClr val="F9F9F9"/>
              </a:highlight>
              <a:latin typeface="Roboto"/>
              <a:ea typeface="Roboto"/>
              <a:cs typeface="Roboto"/>
              <a:sym typeface="Roboto"/>
            </a:endParaRPr>
          </a:p>
        </p:txBody>
      </p:sp>
      <p:sp>
        <p:nvSpPr>
          <p:cNvPr id="272" name="Google Shape;272;g3f9fe6d01a0_0_3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f9fe6d01a0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f9fe6d01a0_0_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solidFill>
                  <a:srgbClr val="4E4E4E"/>
                </a:solidFill>
                <a:highlight>
                  <a:srgbClr val="F9F9F9"/>
                </a:highlight>
                <a:latin typeface="Roboto"/>
                <a:ea typeface="Roboto"/>
                <a:cs typeface="Roboto"/>
                <a:sym typeface="Roboto"/>
              </a:rPr>
              <a:t>WeatherSkill: Can you show me that as bias? </a:t>
            </a:r>
            <a:endParaRPr>
              <a:solidFill>
                <a:srgbClr val="4E4E4E"/>
              </a:solidFill>
              <a:highlight>
                <a:srgbClr val="F9F9F9"/>
              </a:highlight>
              <a:latin typeface="Roboto"/>
              <a:ea typeface="Roboto"/>
              <a:cs typeface="Roboto"/>
              <a:sym typeface="Roboto"/>
            </a:endParaRPr>
          </a:p>
          <a:p>
            <a:pPr marL="38100" lvl="0" indent="0" algn="l" rtl="0">
              <a:lnSpc>
                <a:spcPct val="175000"/>
              </a:lnSpc>
              <a:spcBef>
                <a:spcPts val="1200"/>
              </a:spcBef>
              <a:spcAft>
                <a:spcPts val="900"/>
              </a:spcAft>
              <a:buNone/>
            </a:pPr>
            <a:endParaRPr>
              <a:solidFill>
                <a:srgbClr val="4E4E4E"/>
              </a:solidFill>
              <a:highlight>
                <a:srgbClr val="F9F9F9"/>
              </a:highlight>
              <a:latin typeface="Roboto"/>
              <a:ea typeface="Roboto"/>
              <a:cs typeface="Roboto"/>
              <a:sym typeface="Roboto"/>
            </a:endParaRPr>
          </a:p>
        </p:txBody>
      </p:sp>
      <p:sp>
        <p:nvSpPr>
          <p:cNvPr id="283" name="Google Shape;283;g3f9fe6d01a0_0_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f9fe6d01a0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f9fe6d01a0_0_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solidFill>
                  <a:srgbClr val="4E4E4E"/>
                </a:solidFill>
                <a:highlight>
                  <a:srgbClr val="F9F9F9"/>
                </a:highlight>
                <a:latin typeface="Roboto"/>
                <a:ea typeface="Roboto"/>
                <a:cs typeface="Roboto"/>
                <a:sym typeface="Roboto"/>
              </a:rPr>
              <a:t>WeatherSkill: Can you show me that as MAE? </a:t>
            </a:r>
            <a:endParaRPr>
              <a:solidFill>
                <a:srgbClr val="4E4E4E"/>
              </a:solidFill>
              <a:highlight>
                <a:srgbClr val="F9F9F9"/>
              </a:highlight>
              <a:latin typeface="Roboto"/>
              <a:ea typeface="Roboto"/>
              <a:cs typeface="Roboto"/>
              <a:sym typeface="Roboto"/>
            </a:endParaRPr>
          </a:p>
          <a:p>
            <a:pPr marL="38100" lvl="0" indent="0" algn="l" rtl="0">
              <a:lnSpc>
                <a:spcPct val="175000"/>
              </a:lnSpc>
              <a:spcBef>
                <a:spcPts val="1200"/>
              </a:spcBef>
              <a:spcAft>
                <a:spcPts val="0"/>
              </a:spcAft>
              <a:buClr>
                <a:schemeClr val="dk1"/>
              </a:buClr>
              <a:buSzPts val="1100"/>
              <a:buFont typeface="Arial"/>
              <a:buNone/>
            </a:pPr>
            <a:endParaRPr>
              <a:solidFill>
                <a:srgbClr val="4E4E4E"/>
              </a:solidFill>
              <a:highlight>
                <a:srgbClr val="F9F9F9"/>
              </a:highlight>
              <a:latin typeface="Roboto"/>
              <a:ea typeface="Roboto"/>
              <a:cs typeface="Roboto"/>
              <a:sym typeface="Roboto"/>
            </a:endParaRPr>
          </a:p>
          <a:p>
            <a:pPr marL="38100" lvl="0" indent="0" algn="l" rtl="0">
              <a:lnSpc>
                <a:spcPct val="175000"/>
              </a:lnSpc>
              <a:spcBef>
                <a:spcPts val="900"/>
              </a:spcBef>
              <a:spcAft>
                <a:spcPts val="900"/>
              </a:spcAft>
              <a:buNone/>
            </a:pPr>
            <a:endParaRPr>
              <a:solidFill>
                <a:srgbClr val="4E4E4E"/>
              </a:solidFill>
              <a:highlight>
                <a:srgbClr val="F9F9F9"/>
              </a:highlight>
              <a:latin typeface="Roboto"/>
              <a:ea typeface="Roboto"/>
              <a:cs typeface="Roboto"/>
              <a:sym typeface="Roboto"/>
            </a:endParaRPr>
          </a:p>
        </p:txBody>
      </p:sp>
      <p:sp>
        <p:nvSpPr>
          <p:cNvPr id="294" name="Google Shape;294;g3f9fe6d01a0_0_5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f876f4b115_0_3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f876f4b115_0_3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Weahter SKills: Can you verify the week 1 lead forecast for the last year over Kenya for GFS, AIFS, and ECMWF and show it as a timeseries? </a:t>
            </a:r>
            <a:endParaRPr/>
          </a:p>
        </p:txBody>
      </p:sp>
      <p:sp>
        <p:nvSpPr>
          <p:cNvPr id="305" name="Google Shape;305;g3f876f4b115_0_30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f84ffdcb31_1_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f84ffdcb31_1_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g3f84ffdcb31_1_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f880911230_1_11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f880911230_1_11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22" name="Google Shape;322;g3f880911230_1_117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f8b8008664_0_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f8b8008664_0_1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g3f8b8008664_0_1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f880911230_1_9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f880911230_1_9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g3f880911230_1_9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f8b8008664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f8b8008664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g3f8b8008664_0_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f871d58ec0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3f871d58ec0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g3f871d58ec0_0_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f8b2d5c2e4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3f8b2d5c2e4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g3f8b2d5c2e4_0_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f876f4b115_0_3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f876f4b115_0_3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1200"/>
              </a:spcAft>
              <a:buNone/>
            </a:pPr>
            <a:r>
              <a:rPr lang="en-US"/>
              <a:t>Can you plot the next two weeks of the ECMWF HRES rainfall forecast, clipped to Kenya?</a:t>
            </a:r>
            <a:endParaRPr/>
          </a:p>
        </p:txBody>
      </p:sp>
      <p:sp>
        <p:nvSpPr>
          <p:cNvPr id="391" name="Google Shape;391;g3f876f4b115_0_3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f876f4b115_0_4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f876f4b115_0_40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Can you plot the next 6 weeks of the ECMWF extended range rainfall forecast, clipped to Kenya? For the ECMWF forecast, can you plot the HRES forecast for weeks 1 &amp; 2, and the S2S forecast for weeks 3-6?</a:t>
            </a:r>
            <a:endParaRPr/>
          </a:p>
          <a:p>
            <a:pPr marL="0" lvl="0" indent="0" algn="l" rtl="0">
              <a:spcBef>
                <a:spcPts val="1200"/>
              </a:spcBef>
              <a:spcAft>
                <a:spcPts val="0"/>
              </a:spcAft>
              <a:buNone/>
            </a:pPr>
            <a:endParaRPr/>
          </a:p>
        </p:txBody>
      </p:sp>
      <p:sp>
        <p:nvSpPr>
          <p:cNvPr id="403" name="Google Shape;403;g3f876f4b115_0_40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f9fe6d01a0_2_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f9fe6d01a0_2_1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a:t>Can you plot the next 6 weeks of the ECMWF extended range rainfall forecast, clipped to Kenya? For the ECMWF forecast, can you plot the HRES forecast for weeks 1 &amp; 2, and the S2S forecast for weeks 3-6?</a:t>
            </a:r>
            <a:endParaRPr/>
          </a:p>
          <a:p>
            <a:pPr marL="0" lvl="0" indent="0" algn="l" rtl="0">
              <a:spcBef>
                <a:spcPts val="1200"/>
              </a:spcBef>
              <a:spcAft>
                <a:spcPts val="0"/>
              </a:spcAft>
              <a:buNone/>
            </a:pPr>
            <a:endParaRPr/>
          </a:p>
        </p:txBody>
      </p:sp>
      <p:sp>
        <p:nvSpPr>
          <p:cNvPr id="415" name="Google Shape;415;g3f9fe6d01a0_2_1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f876f4b115_0_3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f876f4b115_0_3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1200"/>
              </a:spcAft>
              <a:buNone/>
            </a:pPr>
            <a:r>
              <a:rPr lang="en-US"/>
              <a:t>Can you plot the next 5 weeks of the GEFS extended range rainfall forecast, clipped to Kenya?</a:t>
            </a:r>
            <a:endParaRPr/>
          </a:p>
        </p:txBody>
      </p:sp>
      <p:sp>
        <p:nvSpPr>
          <p:cNvPr id="427" name="Google Shape;427;g3f876f4b115_0_36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f876f4b115_0_3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f876f4b115_0_3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38100" lvl="0" indent="0" algn="l" rtl="0">
              <a:lnSpc>
                <a:spcPct val="175000"/>
              </a:lnSpc>
              <a:spcBef>
                <a:spcPts val="0"/>
              </a:spcBef>
              <a:spcAft>
                <a:spcPts val="0"/>
              </a:spcAft>
              <a:buClr>
                <a:schemeClr val="dk1"/>
              </a:buClr>
              <a:buSzPts val="1100"/>
              <a:buFont typeface="Arial"/>
              <a:buNone/>
            </a:pPr>
            <a:r>
              <a:rPr lang="en-US">
                <a:solidFill>
                  <a:srgbClr val="4E4E4E"/>
                </a:solidFill>
                <a:highlight>
                  <a:srgbClr val="F9F9F9"/>
                </a:highlight>
                <a:latin typeface="Roboto"/>
                <a:ea typeface="Roboto"/>
                <a:cs typeface="Roboto"/>
                <a:sym typeface="Roboto"/>
              </a:rPr>
              <a:t>Can you plot the next 6 weeks of the downscaled ECMWF extended range rainfall forecast, clipped to Kenya? </a:t>
            </a:r>
            <a:r>
              <a:rPr lang="en-US"/>
              <a:t>Change the time titles to just show the date so they don’t overlap.</a:t>
            </a:r>
            <a:endParaRPr/>
          </a:p>
          <a:p>
            <a:pPr marL="0" lvl="0" indent="0" algn="l" rtl="0">
              <a:spcBef>
                <a:spcPts val="900"/>
              </a:spcBef>
              <a:spcAft>
                <a:spcPts val="0"/>
              </a:spcAft>
              <a:buNone/>
            </a:pPr>
            <a:endParaRPr/>
          </a:p>
        </p:txBody>
      </p:sp>
      <p:sp>
        <p:nvSpPr>
          <p:cNvPr id="439" name="Google Shape;439;g3f876f4b115_0_37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f880911230_1_8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3f880911230_1_8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Can you plot the next likelihood of being above normal for the next 6 weeks of the ECMWF extended range rainfall forecast, clipped to Kenya?</a:t>
            </a:r>
            <a:endParaRPr/>
          </a:p>
          <a:p>
            <a:pPr marL="0" lvl="0" indent="0" algn="l" rtl="0">
              <a:spcBef>
                <a:spcPts val="1200"/>
              </a:spcBef>
              <a:spcAft>
                <a:spcPts val="0"/>
              </a:spcAft>
              <a:buNone/>
            </a:pPr>
            <a:endParaRPr/>
          </a:p>
        </p:txBody>
      </p:sp>
      <p:sp>
        <p:nvSpPr>
          <p:cNvPr id="451" name="Google Shape;451;g3f880911230_1_88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f8b8008664_0_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f8b8008664_0_1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Can you plot the next likelihood of being above normal for the next 6 weeks of the ECMWF extended range rainfall forecast, clipped to Kenya?</a:t>
            </a:r>
            <a:endParaRPr/>
          </a:p>
          <a:p>
            <a:pPr marL="0" lvl="0" indent="0" algn="l" rtl="0">
              <a:spcBef>
                <a:spcPts val="1200"/>
              </a:spcBef>
              <a:spcAft>
                <a:spcPts val="0"/>
              </a:spcAft>
              <a:buNone/>
            </a:pPr>
            <a:endParaRPr/>
          </a:p>
        </p:txBody>
      </p:sp>
      <p:sp>
        <p:nvSpPr>
          <p:cNvPr id="463" name="Google Shape;463;g3f8b8008664_0_1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f880911230_1_9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f880911230_1_90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g3f880911230_1_90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3f880911230_1_9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3f880911230_1_9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g3f880911230_1_9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f880911230_1_9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3f880911230_1_9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g3f880911230_1_9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3f876f4b115_0_4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3f876f4b115_0_4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Can you show me the MJO outlook from ECMWF and GEFS?</a:t>
            </a:r>
            <a:endParaRPr/>
          </a:p>
          <a:p>
            <a:pPr marL="0" lvl="0" indent="0" algn="l" rtl="0">
              <a:spcBef>
                <a:spcPts val="0"/>
              </a:spcBef>
              <a:spcAft>
                <a:spcPts val="0"/>
              </a:spcAft>
              <a:buNone/>
            </a:pPr>
            <a:r>
              <a:rPr lang="en-US" u="sng">
                <a:solidFill>
                  <a:schemeClr val="hlink"/>
                </a:solidFill>
                <a:hlinkClick r:id="rId3"/>
              </a:rPr>
              <a:t>https://www.cpc.ncep.noaa.gov/products/precip/CWlink/MJO/foregfs.shtml</a:t>
            </a:r>
            <a:endParaRPr/>
          </a:p>
          <a:p>
            <a:pPr marL="0" lvl="0" indent="0" algn="l" rtl="0">
              <a:spcBef>
                <a:spcPts val="0"/>
              </a:spcBef>
              <a:spcAft>
                <a:spcPts val="0"/>
              </a:spcAft>
              <a:buNone/>
            </a:pPr>
            <a:r>
              <a:rPr lang="en-US" u="sng">
                <a:solidFill>
                  <a:schemeClr val="hlink"/>
                </a:solidFill>
                <a:hlinkClick r:id="rId4"/>
              </a:rPr>
              <a:t>https://www.cpc.ncep.noaa.gov/products/precip/CWlink/MJO/CLIVAR/ecmf.shtml</a:t>
            </a:r>
            <a:endParaRPr/>
          </a:p>
          <a:p>
            <a:pPr marL="0" lvl="0" indent="0" algn="l" rtl="0">
              <a:spcBef>
                <a:spcPts val="0"/>
              </a:spcBef>
              <a:spcAft>
                <a:spcPts val="0"/>
              </a:spcAft>
              <a:buNone/>
            </a:pPr>
            <a:endParaRPr/>
          </a:p>
        </p:txBody>
      </p:sp>
      <p:sp>
        <p:nvSpPr>
          <p:cNvPr id="510" name="Google Shape;510;g3f876f4b115_0_4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f876f4b115_0_4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f876f4b115_0_4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38100" lvl="0" indent="0" algn="l" rtl="0">
              <a:lnSpc>
                <a:spcPct val="175000"/>
              </a:lnSpc>
              <a:spcBef>
                <a:spcPts val="0"/>
              </a:spcBef>
              <a:spcAft>
                <a:spcPts val="0"/>
              </a:spcAft>
              <a:buNone/>
            </a:pPr>
            <a:r>
              <a:rPr lang="en-US">
                <a:solidFill>
                  <a:srgbClr val="4E4E4E"/>
                </a:solidFill>
                <a:highlight>
                  <a:srgbClr val="F9F9F9"/>
                </a:highlight>
                <a:latin typeface="Roboto"/>
                <a:ea typeface="Roboto"/>
                <a:cs typeface="Roboto"/>
                <a:sym typeface="Roboto"/>
              </a:rPr>
              <a:t>Weather Skill: Can you show me the current IOD forecast? </a:t>
            </a:r>
            <a:endParaRPr/>
          </a:p>
          <a:p>
            <a:pPr marL="0" lvl="0" indent="0" algn="l" rtl="0">
              <a:spcBef>
                <a:spcPts val="900"/>
              </a:spcBef>
              <a:spcAft>
                <a:spcPts val="0"/>
              </a:spcAft>
              <a:buNone/>
            </a:pPr>
            <a:r>
              <a:rPr lang="en-US" u="sng">
                <a:solidFill>
                  <a:schemeClr val="hlink"/>
                </a:solidFill>
                <a:hlinkClick r:id="rId3"/>
              </a:rPr>
              <a:t>https://www.bom.gov.au/climate/ocean/outlooks/?index=iod#tabs=Graphs</a:t>
            </a:r>
            <a:endParaRPr/>
          </a:p>
          <a:p>
            <a:pPr marL="0" lvl="0" indent="0" algn="l" rtl="0">
              <a:spcBef>
                <a:spcPts val="0"/>
              </a:spcBef>
              <a:spcAft>
                <a:spcPts val="0"/>
              </a:spcAft>
              <a:buNone/>
            </a:pPr>
            <a:endParaRPr/>
          </a:p>
        </p:txBody>
      </p:sp>
      <p:sp>
        <p:nvSpPr>
          <p:cNvPr id="522" name="Google Shape;522;g3f876f4b115_0_47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f876f4b115_0_4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3f876f4b115_0_4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38100" lvl="0" indent="0" algn="l" rtl="0">
              <a:lnSpc>
                <a:spcPct val="175000"/>
              </a:lnSpc>
              <a:spcBef>
                <a:spcPts val="0"/>
              </a:spcBef>
              <a:spcAft>
                <a:spcPts val="0"/>
              </a:spcAft>
              <a:buClr>
                <a:schemeClr val="dk1"/>
              </a:buClr>
              <a:buSzPts val="1100"/>
              <a:buFont typeface="Arial"/>
              <a:buNone/>
            </a:pPr>
            <a:r>
              <a:rPr lang="en-US">
                <a:solidFill>
                  <a:srgbClr val="4E4E4E"/>
                </a:solidFill>
                <a:highlight>
                  <a:srgbClr val="F9F9F9"/>
                </a:highlight>
                <a:latin typeface="Roboto"/>
                <a:ea typeface="Roboto"/>
                <a:cs typeface="Roboto"/>
                <a:sym typeface="Roboto"/>
              </a:rPr>
              <a:t>Weather Skill: Can you show me the current ENSO forecast? </a:t>
            </a:r>
            <a:endParaRPr/>
          </a:p>
          <a:p>
            <a:pPr marL="0" lvl="0" indent="0" algn="l" rtl="0">
              <a:spcBef>
                <a:spcPts val="900"/>
              </a:spcBef>
              <a:spcAft>
                <a:spcPts val="0"/>
              </a:spcAft>
              <a:buClr>
                <a:schemeClr val="dk1"/>
              </a:buClr>
              <a:buSzPts val="1100"/>
              <a:buFont typeface="Arial"/>
              <a:buNone/>
            </a:pPr>
            <a:r>
              <a:rPr lang="en-US" u="sng">
                <a:solidFill>
                  <a:schemeClr val="hlink"/>
                </a:solidFill>
                <a:hlinkClick r:id="rId3"/>
              </a:rPr>
              <a:t>https://www.bom.gov.au/climate/ocean/outlooks/?index=iod#tabs=Graphs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532" name="Google Shape;532;g3f876f4b115_0_48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f880911230_3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3f880911230_3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g3f880911230_3_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f880911230_3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3f880911230_3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1200"/>
              </a:spcAft>
              <a:buNone/>
            </a:pPr>
            <a:r>
              <a:rPr lang="en-US"/>
              <a:t>Can you plot the probability of OND rainy season onset in Kenya in the next 6 weeks from the ECMWF extended range forecast?</a:t>
            </a:r>
            <a:endParaRPr/>
          </a:p>
        </p:txBody>
      </p:sp>
      <p:sp>
        <p:nvSpPr>
          <p:cNvPr id="549" name="Google Shape;549;g3f880911230_3_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f880911230_3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3f880911230_3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g3f880911230_3_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3f8b8008664_0_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3f8b8008664_0_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7" name="Google Shape;577;g3f8b8008664_0_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f8b8008664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3f8b8008664_0_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1" name="Google Shape;591;g3f8b8008664_0_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f8b8008664_0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3f8b8008664_0_1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5" name="Google Shape;605;g3f8b8008664_0_1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f84ffdcb31_1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3f84ffdcb31_1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7" name="Google Shape;617;g3f84ffdcb31_1_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f880911230_3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3f880911230_3_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3" name="Google Shape;623;g3f880911230_3_7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f880911230_3_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3f880911230_3_8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6" name="Google Shape;636;g3f880911230_3_8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f880911230_3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3f880911230_3_9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9" name="Google Shape;649;g3f880911230_3_9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f880911230_3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3f880911230_3_1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2" name="Google Shape;662;g3f880911230_3_1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3f84ffdcb31_1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 name="Google Shape;674;g3f84ffdcb31_1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5" name="Google Shape;675;g3f84ffdcb31_1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3f9f07a076a_3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3f9f07a076a_3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Can you show me a scatter plot of IOD in September and total monthly CHIPRS rainfall in Kenya in October?</a:t>
            </a:r>
            <a:endParaRPr/>
          </a:p>
          <a:p>
            <a:pPr marL="0" lvl="0" indent="0" algn="l" rtl="0">
              <a:spcBef>
                <a:spcPts val="1200"/>
              </a:spcBef>
              <a:spcAft>
                <a:spcPts val="0"/>
              </a:spcAft>
              <a:buNone/>
            </a:pPr>
            <a:endParaRPr/>
          </a:p>
        </p:txBody>
      </p:sp>
      <p:sp>
        <p:nvSpPr>
          <p:cNvPr id="732" name="Google Shape;732;g3f9f07a076a_3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bg>
      <p:bgPr>
        <a:solidFill>
          <a:schemeClr val="lt1"/>
        </a:solidFill>
        <a:effectLst/>
      </p:bgPr>
    </p:bg>
    <p:spTree>
      <p:nvGrpSpPr>
        <p:cNvPr id="1" name="Shape 15"/>
        <p:cNvGrpSpPr/>
        <p:nvPr/>
      </p:nvGrpSpPr>
      <p:grpSpPr>
        <a:xfrm>
          <a:off x="0" y="0"/>
          <a:ext cx="0" cy="0"/>
          <a:chOff x="0" y="0"/>
          <a:chExt cx="0" cy="0"/>
        </a:xfrm>
      </p:grpSpPr>
      <p:sp>
        <p:nvSpPr>
          <p:cNvPr id="16" name="Google Shape;16;p24"/>
          <p:cNvSpPr/>
          <p:nvPr/>
        </p:nvSpPr>
        <p:spPr>
          <a:xfrm>
            <a:off x="0" y="1908025"/>
            <a:ext cx="12192000" cy="3279600"/>
          </a:xfrm>
          <a:prstGeom prst="rect">
            <a:avLst/>
          </a:prstGeom>
          <a:solidFill>
            <a:srgbClr val="EADD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 name="Google Shape;17;p24"/>
          <p:cNvSpPr/>
          <p:nvPr/>
        </p:nvSpPr>
        <p:spPr>
          <a:xfrm>
            <a:off x="457200" y="6365175"/>
            <a:ext cx="365760" cy="36576"/>
          </a:xfrm>
          <a:prstGeom prst="rect">
            <a:avLst/>
          </a:prstGeom>
          <a:solidFill>
            <a:srgbClr val="2F737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24"/>
          <p:cNvSpPr txBox="1">
            <a:spLocks noGrp="1"/>
          </p:cNvSpPr>
          <p:nvPr>
            <p:ph type="title"/>
          </p:nvPr>
        </p:nvSpPr>
        <p:spPr>
          <a:xfrm>
            <a:off x="389911" y="383425"/>
            <a:ext cx="11412300" cy="895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303030"/>
              </a:buClr>
              <a:buSzPts val="4400"/>
              <a:buFont typeface="Cambria"/>
              <a:buNone/>
              <a:defRPr sz="4400">
                <a:solidFill>
                  <a:srgbClr val="303030"/>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
          <p:cNvSpPr txBox="1">
            <a:spLocks noGrp="1"/>
          </p:cNvSpPr>
          <p:nvPr>
            <p:ph type="subTitle" idx="1"/>
          </p:nvPr>
        </p:nvSpPr>
        <p:spPr>
          <a:xfrm>
            <a:off x="492675" y="1278637"/>
            <a:ext cx="5845500" cy="4719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480"/>
              </a:spcBef>
              <a:spcAft>
                <a:spcPts val="0"/>
              </a:spcAft>
              <a:buClr>
                <a:srgbClr val="8C8C8C"/>
              </a:buClr>
              <a:buSzPts val="2400"/>
              <a:buNone/>
              <a:defRPr sz="2400" b="1">
                <a:solidFill>
                  <a:srgbClr val="8C8C8C"/>
                </a:solidFill>
              </a:defRPr>
            </a:lvl1pPr>
            <a:lvl2pPr lvl="1" algn="l">
              <a:lnSpc>
                <a:spcPct val="100000"/>
              </a:lnSpc>
              <a:spcBef>
                <a:spcPts val="320"/>
              </a:spcBef>
              <a:spcAft>
                <a:spcPts val="0"/>
              </a:spcAft>
              <a:buSzPts val="1600"/>
              <a:buNone/>
              <a:defRPr/>
            </a:lvl2pPr>
            <a:lvl3pPr lvl="2" algn="l">
              <a:lnSpc>
                <a:spcPct val="100000"/>
              </a:lnSpc>
              <a:spcBef>
                <a:spcPts val="280"/>
              </a:spcBef>
              <a:spcAft>
                <a:spcPts val="0"/>
              </a:spcAft>
              <a:buSzPts val="1400"/>
              <a:buNone/>
              <a:defRPr/>
            </a:lvl3pPr>
            <a:lvl4pPr lvl="3" algn="l">
              <a:lnSpc>
                <a:spcPct val="100000"/>
              </a:lnSpc>
              <a:spcBef>
                <a:spcPts val="240"/>
              </a:spcBef>
              <a:spcAft>
                <a:spcPts val="0"/>
              </a:spcAft>
              <a:buSzPts val="1200"/>
              <a:buNone/>
              <a:defRPr/>
            </a:lvl4pPr>
            <a:lvl5pPr lvl="4" algn="l">
              <a:lnSpc>
                <a:spcPct val="100000"/>
              </a:lnSpc>
              <a:spcBef>
                <a:spcPts val="240"/>
              </a:spcBef>
              <a:spcAft>
                <a:spcPts val="0"/>
              </a:spcAft>
              <a:buSzPts val="12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tandard_1Column">
  <p:cSld name="Standard_1Column">
    <p:bg>
      <p:bgPr>
        <a:solidFill>
          <a:srgbClr val="FFFFFF"/>
        </a:solidFill>
        <a:effectLst/>
      </p:bgPr>
    </p:bg>
    <p:spTree>
      <p:nvGrpSpPr>
        <p:cNvPr id="1" name="Shape 20"/>
        <p:cNvGrpSpPr/>
        <p:nvPr/>
      </p:nvGrpSpPr>
      <p:grpSpPr>
        <a:xfrm>
          <a:off x="0" y="0"/>
          <a:ext cx="0" cy="0"/>
          <a:chOff x="0" y="0"/>
          <a:chExt cx="0" cy="0"/>
        </a:xfrm>
      </p:grpSpPr>
      <p:sp>
        <p:nvSpPr>
          <p:cNvPr id="21" name="Google Shape;21;p25"/>
          <p:cNvSpPr txBox="1">
            <a:spLocks noGrp="1"/>
          </p:cNvSpPr>
          <p:nvPr>
            <p:ph type="sldNum" idx="12"/>
          </p:nvPr>
        </p:nvSpPr>
        <p:spPr>
          <a:xfrm>
            <a:off x="9072748"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2" name="Google Shape;22;p25"/>
          <p:cNvSpPr txBox="1">
            <a:spLocks noGrp="1"/>
          </p:cNvSpPr>
          <p:nvPr>
            <p:ph type="body" idx="1"/>
          </p:nvPr>
        </p:nvSpPr>
        <p:spPr>
          <a:xfrm>
            <a:off x="403761" y="1825625"/>
            <a:ext cx="11412187" cy="4351338"/>
          </a:xfrm>
          <a:prstGeom prst="rect">
            <a:avLst/>
          </a:prstGeom>
          <a:noFill/>
          <a:ln>
            <a:noFill/>
          </a:ln>
        </p:spPr>
        <p:txBody>
          <a:bodyPr spcFirstLastPara="1" wrap="square" lIns="91425" tIns="45700" rIns="91425" bIns="45700" anchor="t" anchorCtr="0">
            <a:noAutofit/>
          </a:bodyPr>
          <a:lstStyle>
            <a:lvl1pPr marL="457200" lvl="0" indent="-342900" algn="l">
              <a:lnSpc>
                <a:spcPct val="110000"/>
              </a:lnSpc>
              <a:spcBef>
                <a:spcPts val="600"/>
              </a:spcBef>
              <a:spcAft>
                <a:spcPts val="0"/>
              </a:spcAft>
              <a:buClr>
                <a:schemeClr val="dk1"/>
              </a:buClr>
              <a:buSzPts val="1800"/>
              <a:buChar char="•"/>
              <a:defRPr/>
            </a:lvl1pPr>
            <a:lvl2pPr marL="914400" lvl="1" indent="-330200" algn="l">
              <a:lnSpc>
                <a:spcPct val="110000"/>
              </a:lnSpc>
              <a:spcBef>
                <a:spcPts val="600"/>
              </a:spcBef>
              <a:spcAft>
                <a:spcPts val="0"/>
              </a:spcAft>
              <a:buClr>
                <a:schemeClr val="dk1"/>
              </a:buClr>
              <a:buSzPts val="1600"/>
              <a:buChar char="–"/>
              <a:defRPr/>
            </a:lvl2pPr>
            <a:lvl3pPr marL="1371600" lvl="2" indent="-317500" algn="l">
              <a:lnSpc>
                <a:spcPct val="110000"/>
              </a:lnSpc>
              <a:spcBef>
                <a:spcPts val="600"/>
              </a:spcBef>
              <a:spcAft>
                <a:spcPts val="0"/>
              </a:spcAft>
              <a:buClr>
                <a:schemeClr val="dk1"/>
              </a:buClr>
              <a:buSzPts val="1400"/>
              <a:buChar char="•"/>
              <a:defRPr/>
            </a:lvl3pPr>
            <a:lvl4pPr marL="1828800" lvl="3" indent="-304800" algn="l">
              <a:lnSpc>
                <a:spcPct val="110000"/>
              </a:lnSpc>
              <a:spcBef>
                <a:spcPts val="600"/>
              </a:spcBef>
              <a:spcAft>
                <a:spcPts val="0"/>
              </a:spcAft>
              <a:buClr>
                <a:schemeClr val="dk1"/>
              </a:buClr>
              <a:buSzPts val="1200"/>
              <a:buChar char="–"/>
              <a:defRPr/>
            </a:lvl4pPr>
            <a:lvl5pPr marL="2286000" lvl="4" indent="-304800" algn="l">
              <a:lnSpc>
                <a:spcPct val="110000"/>
              </a:lnSpc>
              <a:spcBef>
                <a:spcPts val="600"/>
              </a:spcBef>
              <a:spcAft>
                <a:spcPts val="0"/>
              </a:spcAft>
              <a:buClr>
                <a:schemeClr val="dk1"/>
              </a:buClr>
              <a:buSzPts val="12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3" name="Google Shape;23;p25"/>
          <p:cNvSpPr txBox="1">
            <a:spLocks noGrp="1"/>
          </p:cNvSpPr>
          <p:nvPr>
            <p:ph type="title"/>
          </p:nvPr>
        </p:nvSpPr>
        <p:spPr>
          <a:xfrm>
            <a:off x="403761" y="365126"/>
            <a:ext cx="11412187" cy="620526"/>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3030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5"/>
          <p:cNvSpPr txBox="1">
            <a:spLocks noGrp="1"/>
          </p:cNvSpPr>
          <p:nvPr>
            <p:ph type="subTitle" idx="2"/>
          </p:nvPr>
        </p:nvSpPr>
        <p:spPr>
          <a:xfrm>
            <a:off x="403750" y="985650"/>
            <a:ext cx="11372700" cy="414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360"/>
              </a:spcBef>
              <a:spcAft>
                <a:spcPts val="0"/>
              </a:spcAft>
              <a:buClr>
                <a:schemeClr val="accent1"/>
              </a:buClr>
              <a:buSzPts val="1800"/>
              <a:buNone/>
              <a:defRPr b="1">
                <a:solidFill>
                  <a:schemeClr val="accent1"/>
                </a:solidFill>
              </a:defRPr>
            </a:lvl1pPr>
            <a:lvl2pPr lvl="1" algn="l">
              <a:lnSpc>
                <a:spcPct val="100000"/>
              </a:lnSpc>
              <a:spcBef>
                <a:spcPts val="320"/>
              </a:spcBef>
              <a:spcAft>
                <a:spcPts val="0"/>
              </a:spcAft>
              <a:buClr>
                <a:schemeClr val="accent1"/>
              </a:buClr>
              <a:buSzPts val="1800"/>
              <a:buNone/>
              <a:defRPr sz="1800" b="1">
                <a:solidFill>
                  <a:schemeClr val="accent1"/>
                </a:solidFill>
              </a:defRPr>
            </a:lvl2pPr>
            <a:lvl3pPr lvl="2" algn="l">
              <a:lnSpc>
                <a:spcPct val="100000"/>
              </a:lnSpc>
              <a:spcBef>
                <a:spcPts val="280"/>
              </a:spcBef>
              <a:spcAft>
                <a:spcPts val="0"/>
              </a:spcAft>
              <a:buClr>
                <a:schemeClr val="accent1"/>
              </a:buClr>
              <a:buSzPts val="1800"/>
              <a:buNone/>
              <a:defRPr sz="1800" b="1">
                <a:solidFill>
                  <a:schemeClr val="accent1"/>
                </a:solidFill>
              </a:defRPr>
            </a:lvl3pPr>
            <a:lvl4pPr lvl="3" algn="l">
              <a:lnSpc>
                <a:spcPct val="100000"/>
              </a:lnSpc>
              <a:spcBef>
                <a:spcPts val="240"/>
              </a:spcBef>
              <a:spcAft>
                <a:spcPts val="0"/>
              </a:spcAft>
              <a:buClr>
                <a:schemeClr val="accent1"/>
              </a:buClr>
              <a:buSzPts val="1800"/>
              <a:buNone/>
              <a:defRPr sz="1800" b="1">
                <a:solidFill>
                  <a:schemeClr val="accent1"/>
                </a:solidFill>
              </a:defRPr>
            </a:lvl4pPr>
            <a:lvl5pPr lvl="4" algn="l">
              <a:lnSpc>
                <a:spcPct val="100000"/>
              </a:lnSpc>
              <a:spcBef>
                <a:spcPts val="240"/>
              </a:spcBef>
              <a:spcAft>
                <a:spcPts val="0"/>
              </a:spcAft>
              <a:buClr>
                <a:schemeClr val="accent1"/>
              </a:buClr>
              <a:buSzPts val="1800"/>
              <a:buNone/>
              <a:defRPr sz="1800" b="1">
                <a:solidFill>
                  <a:schemeClr val="accent1"/>
                </a:solidFill>
              </a:defRPr>
            </a:lvl5pPr>
            <a:lvl6pPr lvl="5" algn="l">
              <a:lnSpc>
                <a:spcPct val="100000"/>
              </a:lnSpc>
              <a:spcBef>
                <a:spcPts val="400"/>
              </a:spcBef>
              <a:spcAft>
                <a:spcPts val="0"/>
              </a:spcAft>
              <a:buClr>
                <a:schemeClr val="accent1"/>
              </a:buClr>
              <a:buSzPts val="1800"/>
              <a:buNone/>
              <a:defRPr sz="1800" b="1">
                <a:solidFill>
                  <a:schemeClr val="accent1"/>
                </a:solidFill>
              </a:defRPr>
            </a:lvl6pPr>
            <a:lvl7pPr lvl="6" algn="l">
              <a:lnSpc>
                <a:spcPct val="100000"/>
              </a:lnSpc>
              <a:spcBef>
                <a:spcPts val="400"/>
              </a:spcBef>
              <a:spcAft>
                <a:spcPts val="0"/>
              </a:spcAft>
              <a:buClr>
                <a:schemeClr val="accent1"/>
              </a:buClr>
              <a:buSzPts val="1800"/>
              <a:buNone/>
              <a:defRPr sz="1800" b="1">
                <a:solidFill>
                  <a:schemeClr val="accent1"/>
                </a:solidFill>
              </a:defRPr>
            </a:lvl7pPr>
            <a:lvl8pPr lvl="7" algn="l">
              <a:lnSpc>
                <a:spcPct val="100000"/>
              </a:lnSpc>
              <a:spcBef>
                <a:spcPts val="400"/>
              </a:spcBef>
              <a:spcAft>
                <a:spcPts val="0"/>
              </a:spcAft>
              <a:buClr>
                <a:schemeClr val="accent1"/>
              </a:buClr>
              <a:buSzPts val="1800"/>
              <a:buNone/>
              <a:defRPr sz="1800" b="1">
                <a:solidFill>
                  <a:schemeClr val="accent1"/>
                </a:solidFill>
              </a:defRPr>
            </a:lvl8pPr>
            <a:lvl9pPr lvl="8" algn="l">
              <a:lnSpc>
                <a:spcPct val="100000"/>
              </a:lnSpc>
              <a:spcBef>
                <a:spcPts val="400"/>
              </a:spcBef>
              <a:spcAft>
                <a:spcPts val="0"/>
              </a:spcAft>
              <a:buClr>
                <a:schemeClr val="accent1"/>
              </a:buClr>
              <a:buSzPts val="1800"/>
              <a:buNone/>
              <a:defRPr sz="1800" b="1">
                <a:solidFill>
                  <a:schemeClr val="accen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p:cSld name="CUSTOM">
    <p:spTree>
      <p:nvGrpSpPr>
        <p:cNvPr id="1" name="Shape 25"/>
        <p:cNvGrpSpPr/>
        <p:nvPr/>
      </p:nvGrpSpPr>
      <p:grpSpPr>
        <a:xfrm>
          <a:off x="0" y="0"/>
          <a:ext cx="0" cy="0"/>
          <a:chOff x="0" y="0"/>
          <a:chExt cx="0" cy="0"/>
        </a:xfrm>
      </p:grpSpPr>
      <p:sp>
        <p:nvSpPr>
          <p:cNvPr id="26" name="Google Shape;26;g3e61e817e58_3_72"/>
          <p:cNvSpPr txBox="1">
            <a:spLocks noGrp="1"/>
          </p:cNvSpPr>
          <p:nvPr>
            <p:ph type="title"/>
          </p:nvPr>
        </p:nvSpPr>
        <p:spPr>
          <a:xfrm>
            <a:off x="403761" y="365126"/>
            <a:ext cx="114123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g3e61e817e58_3_72"/>
          <p:cNvSpPr txBox="1">
            <a:spLocks noGrp="1"/>
          </p:cNvSpPr>
          <p:nvPr>
            <p:ph type="sldNum" idx="12"/>
          </p:nvPr>
        </p:nvSpPr>
        <p:spPr>
          <a:xfrm>
            <a:off x="9072748"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g3e61e817e58_3_72"/>
          <p:cNvSpPr txBox="1">
            <a:spLocks noGrp="1"/>
          </p:cNvSpPr>
          <p:nvPr>
            <p:ph type="subTitle" idx="1"/>
          </p:nvPr>
        </p:nvSpPr>
        <p:spPr>
          <a:xfrm>
            <a:off x="403750" y="985650"/>
            <a:ext cx="11372700" cy="414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360"/>
              </a:spcBef>
              <a:spcAft>
                <a:spcPts val="0"/>
              </a:spcAft>
              <a:buClr>
                <a:schemeClr val="accent1"/>
              </a:buClr>
              <a:buSzPts val="1800"/>
              <a:buNone/>
              <a:defRPr b="1">
                <a:solidFill>
                  <a:schemeClr val="accent1"/>
                </a:solidFill>
              </a:defRPr>
            </a:lvl1pPr>
            <a:lvl2pPr lvl="1" algn="l">
              <a:lnSpc>
                <a:spcPct val="100000"/>
              </a:lnSpc>
              <a:spcBef>
                <a:spcPts val="320"/>
              </a:spcBef>
              <a:spcAft>
                <a:spcPts val="0"/>
              </a:spcAft>
              <a:buClr>
                <a:schemeClr val="accent1"/>
              </a:buClr>
              <a:buSzPts val="1800"/>
              <a:buNone/>
              <a:defRPr sz="1800" b="1">
                <a:solidFill>
                  <a:schemeClr val="accent1"/>
                </a:solidFill>
              </a:defRPr>
            </a:lvl2pPr>
            <a:lvl3pPr lvl="2" algn="l">
              <a:lnSpc>
                <a:spcPct val="100000"/>
              </a:lnSpc>
              <a:spcBef>
                <a:spcPts val="280"/>
              </a:spcBef>
              <a:spcAft>
                <a:spcPts val="0"/>
              </a:spcAft>
              <a:buClr>
                <a:schemeClr val="accent1"/>
              </a:buClr>
              <a:buSzPts val="1800"/>
              <a:buNone/>
              <a:defRPr sz="1800" b="1">
                <a:solidFill>
                  <a:schemeClr val="accent1"/>
                </a:solidFill>
              </a:defRPr>
            </a:lvl3pPr>
            <a:lvl4pPr lvl="3" algn="l">
              <a:lnSpc>
                <a:spcPct val="100000"/>
              </a:lnSpc>
              <a:spcBef>
                <a:spcPts val="240"/>
              </a:spcBef>
              <a:spcAft>
                <a:spcPts val="0"/>
              </a:spcAft>
              <a:buClr>
                <a:schemeClr val="accent1"/>
              </a:buClr>
              <a:buSzPts val="1800"/>
              <a:buNone/>
              <a:defRPr sz="1800" b="1">
                <a:solidFill>
                  <a:schemeClr val="accent1"/>
                </a:solidFill>
              </a:defRPr>
            </a:lvl4pPr>
            <a:lvl5pPr lvl="4" algn="l">
              <a:lnSpc>
                <a:spcPct val="100000"/>
              </a:lnSpc>
              <a:spcBef>
                <a:spcPts val="240"/>
              </a:spcBef>
              <a:spcAft>
                <a:spcPts val="0"/>
              </a:spcAft>
              <a:buClr>
                <a:schemeClr val="accent1"/>
              </a:buClr>
              <a:buSzPts val="1800"/>
              <a:buNone/>
              <a:defRPr sz="1800" b="1">
                <a:solidFill>
                  <a:schemeClr val="accent1"/>
                </a:solidFill>
              </a:defRPr>
            </a:lvl5pPr>
            <a:lvl6pPr lvl="5" algn="l">
              <a:lnSpc>
                <a:spcPct val="100000"/>
              </a:lnSpc>
              <a:spcBef>
                <a:spcPts val="400"/>
              </a:spcBef>
              <a:spcAft>
                <a:spcPts val="0"/>
              </a:spcAft>
              <a:buClr>
                <a:schemeClr val="accent1"/>
              </a:buClr>
              <a:buSzPts val="1800"/>
              <a:buNone/>
              <a:defRPr sz="1800" b="1">
                <a:solidFill>
                  <a:schemeClr val="accent1"/>
                </a:solidFill>
              </a:defRPr>
            </a:lvl6pPr>
            <a:lvl7pPr lvl="6" algn="l">
              <a:lnSpc>
                <a:spcPct val="100000"/>
              </a:lnSpc>
              <a:spcBef>
                <a:spcPts val="400"/>
              </a:spcBef>
              <a:spcAft>
                <a:spcPts val="0"/>
              </a:spcAft>
              <a:buClr>
                <a:schemeClr val="accent1"/>
              </a:buClr>
              <a:buSzPts val="1800"/>
              <a:buNone/>
              <a:defRPr sz="1800" b="1">
                <a:solidFill>
                  <a:schemeClr val="accent1"/>
                </a:solidFill>
              </a:defRPr>
            </a:lvl7pPr>
            <a:lvl8pPr lvl="7" algn="l">
              <a:lnSpc>
                <a:spcPct val="100000"/>
              </a:lnSpc>
              <a:spcBef>
                <a:spcPts val="400"/>
              </a:spcBef>
              <a:spcAft>
                <a:spcPts val="0"/>
              </a:spcAft>
              <a:buClr>
                <a:schemeClr val="accent1"/>
              </a:buClr>
              <a:buSzPts val="1800"/>
              <a:buNone/>
              <a:defRPr sz="1800" b="1">
                <a:solidFill>
                  <a:schemeClr val="accent1"/>
                </a:solidFill>
              </a:defRPr>
            </a:lvl8pPr>
            <a:lvl9pPr lvl="8" algn="l">
              <a:lnSpc>
                <a:spcPct val="100000"/>
              </a:lnSpc>
              <a:spcBef>
                <a:spcPts val="400"/>
              </a:spcBef>
              <a:spcAft>
                <a:spcPts val="0"/>
              </a:spcAft>
              <a:buClr>
                <a:schemeClr val="accent1"/>
              </a:buClr>
              <a:buSzPts val="1800"/>
              <a:buNone/>
              <a:defRPr sz="1800" b="1">
                <a:solidFill>
                  <a:schemeClr val="accent1"/>
                </a:solidFill>
              </a:defRPr>
            </a:lvl9pPr>
          </a:lstStyle>
          <a:p>
            <a:endParaRPr/>
          </a:p>
        </p:txBody>
      </p:sp>
      <p:sp>
        <p:nvSpPr>
          <p:cNvPr id="29" name="Google Shape;29;g3e61e817e58_3_72"/>
          <p:cNvSpPr txBox="1">
            <a:spLocks noGrp="1"/>
          </p:cNvSpPr>
          <p:nvPr>
            <p:ph type="subTitle" idx="2"/>
          </p:nvPr>
        </p:nvSpPr>
        <p:spPr>
          <a:xfrm>
            <a:off x="403750" y="1635950"/>
            <a:ext cx="848100" cy="620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36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1pPr>
            <a:lvl2pPr lvl="1" algn="l">
              <a:lnSpc>
                <a:spcPct val="100000"/>
              </a:lnSpc>
              <a:spcBef>
                <a:spcPts val="32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2pPr>
            <a:lvl3pPr lvl="2" algn="l">
              <a:lnSpc>
                <a:spcPct val="100000"/>
              </a:lnSpc>
              <a:spcBef>
                <a:spcPts val="28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3pPr>
            <a:lvl4pPr lvl="3" algn="l">
              <a:lnSpc>
                <a:spcPct val="100000"/>
              </a:lnSpc>
              <a:spcBef>
                <a:spcPts val="24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4pPr>
            <a:lvl5pPr lvl="4" algn="l">
              <a:lnSpc>
                <a:spcPct val="100000"/>
              </a:lnSpc>
              <a:spcBef>
                <a:spcPts val="24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5pPr>
            <a:lvl6pPr lvl="5"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6pPr>
            <a:lvl7pPr lvl="6"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7pPr>
            <a:lvl8pPr lvl="7"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8pPr>
            <a:lvl9pPr lvl="8"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9pPr>
          </a:lstStyle>
          <a:p>
            <a:endParaRPr/>
          </a:p>
        </p:txBody>
      </p:sp>
      <p:sp>
        <p:nvSpPr>
          <p:cNvPr id="30" name="Google Shape;30;g3e61e817e58_3_72"/>
          <p:cNvSpPr txBox="1">
            <a:spLocks noGrp="1"/>
          </p:cNvSpPr>
          <p:nvPr>
            <p:ph type="subTitle" idx="3"/>
          </p:nvPr>
        </p:nvSpPr>
        <p:spPr>
          <a:xfrm>
            <a:off x="1021309" y="1635950"/>
            <a:ext cx="10704000" cy="620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360"/>
              </a:spcBef>
              <a:spcAft>
                <a:spcPts val="0"/>
              </a:spcAft>
              <a:buClr>
                <a:srgbClr val="5C5C5C"/>
              </a:buClr>
              <a:buSzPts val="2000"/>
              <a:buNone/>
              <a:defRPr sz="2000" b="1">
                <a:solidFill>
                  <a:srgbClr val="5C5C5C"/>
                </a:solidFill>
              </a:defRPr>
            </a:lvl1pPr>
            <a:lvl2pPr lvl="1" algn="l">
              <a:lnSpc>
                <a:spcPct val="100000"/>
              </a:lnSpc>
              <a:spcBef>
                <a:spcPts val="320"/>
              </a:spcBef>
              <a:spcAft>
                <a:spcPts val="0"/>
              </a:spcAft>
              <a:buClr>
                <a:srgbClr val="5C5C5C"/>
              </a:buClr>
              <a:buSzPts val="2000"/>
              <a:buNone/>
              <a:defRPr sz="2000" b="1">
                <a:solidFill>
                  <a:srgbClr val="5C5C5C"/>
                </a:solidFill>
              </a:defRPr>
            </a:lvl2pPr>
            <a:lvl3pPr lvl="2" algn="l">
              <a:lnSpc>
                <a:spcPct val="100000"/>
              </a:lnSpc>
              <a:spcBef>
                <a:spcPts val="280"/>
              </a:spcBef>
              <a:spcAft>
                <a:spcPts val="0"/>
              </a:spcAft>
              <a:buClr>
                <a:srgbClr val="5C5C5C"/>
              </a:buClr>
              <a:buSzPts val="2000"/>
              <a:buNone/>
              <a:defRPr sz="2000" b="1">
                <a:solidFill>
                  <a:srgbClr val="5C5C5C"/>
                </a:solidFill>
              </a:defRPr>
            </a:lvl3pPr>
            <a:lvl4pPr lvl="3" algn="l">
              <a:lnSpc>
                <a:spcPct val="100000"/>
              </a:lnSpc>
              <a:spcBef>
                <a:spcPts val="240"/>
              </a:spcBef>
              <a:spcAft>
                <a:spcPts val="0"/>
              </a:spcAft>
              <a:buClr>
                <a:srgbClr val="5C5C5C"/>
              </a:buClr>
              <a:buSzPts val="2000"/>
              <a:buNone/>
              <a:defRPr sz="2000" b="1">
                <a:solidFill>
                  <a:srgbClr val="5C5C5C"/>
                </a:solidFill>
              </a:defRPr>
            </a:lvl4pPr>
            <a:lvl5pPr lvl="4" algn="l">
              <a:lnSpc>
                <a:spcPct val="100000"/>
              </a:lnSpc>
              <a:spcBef>
                <a:spcPts val="240"/>
              </a:spcBef>
              <a:spcAft>
                <a:spcPts val="0"/>
              </a:spcAft>
              <a:buClr>
                <a:srgbClr val="5C5C5C"/>
              </a:buClr>
              <a:buSzPts val="2000"/>
              <a:buNone/>
              <a:defRPr sz="2000" b="1">
                <a:solidFill>
                  <a:srgbClr val="5C5C5C"/>
                </a:solidFill>
              </a:defRPr>
            </a:lvl5pPr>
            <a:lvl6pPr lvl="5" algn="l">
              <a:lnSpc>
                <a:spcPct val="100000"/>
              </a:lnSpc>
              <a:spcBef>
                <a:spcPts val="400"/>
              </a:spcBef>
              <a:spcAft>
                <a:spcPts val="0"/>
              </a:spcAft>
              <a:buClr>
                <a:srgbClr val="5C5C5C"/>
              </a:buClr>
              <a:buSzPts val="2000"/>
              <a:buNone/>
              <a:defRPr b="1">
                <a:solidFill>
                  <a:srgbClr val="5C5C5C"/>
                </a:solidFill>
              </a:defRPr>
            </a:lvl6pPr>
            <a:lvl7pPr lvl="6" algn="l">
              <a:lnSpc>
                <a:spcPct val="100000"/>
              </a:lnSpc>
              <a:spcBef>
                <a:spcPts val="400"/>
              </a:spcBef>
              <a:spcAft>
                <a:spcPts val="0"/>
              </a:spcAft>
              <a:buClr>
                <a:srgbClr val="5C5C5C"/>
              </a:buClr>
              <a:buSzPts val="2000"/>
              <a:buNone/>
              <a:defRPr b="1">
                <a:solidFill>
                  <a:srgbClr val="5C5C5C"/>
                </a:solidFill>
              </a:defRPr>
            </a:lvl7pPr>
            <a:lvl8pPr lvl="7" algn="l">
              <a:lnSpc>
                <a:spcPct val="100000"/>
              </a:lnSpc>
              <a:spcBef>
                <a:spcPts val="400"/>
              </a:spcBef>
              <a:spcAft>
                <a:spcPts val="0"/>
              </a:spcAft>
              <a:buClr>
                <a:srgbClr val="5C5C5C"/>
              </a:buClr>
              <a:buSzPts val="2000"/>
              <a:buNone/>
              <a:defRPr b="1">
                <a:solidFill>
                  <a:srgbClr val="5C5C5C"/>
                </a:solidFill>
              </a:defRPr>
            </a:lvl8pPr>
            <a:lvl9pPr lvl="8" algn="l">
              <a:lnSpc>
                <a:spcPct val="100000"/>
              </a:lnSpc>
              <a:spcBef>
                <a:spcPts val="400"/>
              </a:spcBef>
              <a:spcAft>
                <a:spcPts val="0"/>
              </a:spcAft>
              <a:buClr>
                <a:srgbClr val="5C5C5C"/>
              </a:buClr>
              <a:buSzPts val="2000"/>
              <a:buNone/>
              <a:defRPr b="1">
                <a:solidFill>
                  <a:srgbClr val="5C5C5C"/>
                </a:solidFill>
              </a:defRPr>
            </a:lvl9pPr>
          </a:lstStyle>
          <a:p>
            <a:endParaRPr/>
          </a:p>
        </p:txBody>
      </p:sp>
      <p:sp>
        <p:nvSpPr>
          <p:cNvPr id="31" name="Google Shape;31;g3e61e817e58_3_72"/>
          <p:cNvSpPr txBox="1">
            <a:spLocks noGrp="1"/>
          </p:cNvSpPr>
          <p:nvPr>
            <p:ph type="subTitle" idx="4"/>
          </p:nvPr>
        </p:nvSpPr>
        <p:spPr>
          <a:xfrm>
            <a:off x="403750" y="2535186"/>
            <a:ext cx="848100" cy="620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36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1pPr>
            <a:lvl2pPr lvl="1" algn="l">
              <a:lnSpc>
                <a:spcPct val="100000"/>
              </a:lnSpc>
              <a:spcBef>
                <a:spcPts val="32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2pPr>
            <a:lvl3pPr lvl="2" algn="l">
              <a:lnSpc>
                <a:spcPct val="100000"/>
              </a:lnSpc>
              <a:spcBef>
                <a:spcPts val="28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3pPr>
            <a:lvl4pPr lvl="3" algn="l">
              <a:lnSpc>
                <a:spcPct val="100000"/>
              </a:lnSpc>
              <a:spcBef>
                <a:spcPts val="24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4pPr>
            <a:lvl5pPr lvl="4" algn="l">
              <a:lnSpc>
                <a:spcPct val="100000"/>
              </a:lnSpc>
              <a:spcBef>
                <a:spcPts val="24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5pPr>
            <a:lvl6pPr lvl="5"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6pPr>
            <a:lvl7pPr lvl="6"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7pPr>
            <a:lvl8pPr lvl="7"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8pPr>
            <a:lvl9pPr lvl="8"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9pPr>
          </a:lstStyle>
          <a:p>
            <a:endParaRPr/>
          </a:p>
        </p:txBody>
      </p:sp>
      <p:sp>
        <p:nvSpPr>
          <p:cNvPr id="32" name="Google Shape;32;g3e61e817e58_3_72"/>
          <p:cNvSpPr txBox="1">
            <a:spLocks noGrp="1"/>
          </p:cNvSpPr>
          <p:nvPr>
            <p:ph type="subTitle" idx="5"/>
          </p:nvPr>
        </p:nvSpPr>
        <p:spPr>
          <a:xfrm>
            <a:off x="1021309" y="2535186"/>
            <a:ext cx="10704000" cy="620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360"/>
              </a:spcBef>
              <a:spcAft>
                <a:spcPts val="0"/>
              </a:spcAft>
              <a:buClr>
                <a:srgbClr val="5C5C5C"/>
              </a:buClr>
              <a:buSzPts val="2000"/>
              <a:buNone/>
              <a:defRPr sz="2000" b="1">
                <a:solidFill>
                  <a:srgbClr val="5C5C5C"/>
                </a:solidFill>
              </a:defRPr>
            </a:lvl1pPr>
            <a:lvl2pPr lvl="1" algn="l">
              <a:lnSpc>
                <a:spcPct val="100000"/>
              </a:lnSpc>
              <a:spcBef>
                <a:spcPts val="320"/>
              </a:spcBef>
              <a:spcAft>
                <a:spcPts val="0"/>
              </a:spcAft>
              <a:buClr>
                <a:srgbClr val="5C5C5C"/>
              </a:buClr>
              <a:buSzPts val="2000"/>
              <a:buNone/>
              <a:defRPr sz="2000" b="1">
                <a:solidFill>
                  <a:srgbClr val="5C5C5C"/>
                </a:solidFill>
              </a:defRPr>
            </a:lvl2pPr>
            <a:lvl3pPr lvl="2" algn="l">
              <a:lnSpc>
                <a:spcPct val="100000"/>
              </a:lnSpc>
              <a:spcBef>
                <a:spcPts val="280"/>
              </a:spcBef>
              <a:spcAft>
                <a:spcPts val="0"/>
              </a:spcAft>
              <a:buClr>
                <a:srgbClr val="5C5C5C"/>
              </a:buClr>
              <a:buSzPts val="2000"/>
              <a:buNone/>
              <a:defRPr sz="2000" b="1">
                <a:solidFill>
                  <a:srgbClr val="5C5C5C"/>
                </a:solidFill>
              </a:defRPr>
            </a:lvl3pPr>
            <a:lvl4pPr lvl="3" algn="l">
              <a:lnSpc>
                <a:spcPct val="100000"/>
              </a:lnSpc>
              <a:spcBef>
                <a:spcPts val="240"/>
              </a:spcBef>
              <a:spcAft>
                <a:spcPts val="0"/>
              </a:spcAft>
              <a:buClr>
                <a:srgbClr val="5C5C5C"/>
              </a:buClr>
              <a:buSzPts val="2000"/>
              <a:buNone/>
              <a:defRPr sz="2000" b="1">
                <a:solidFill>
                  <a:srgbClr val="5C5C5C"/>
                </a:solidFill>
              </a:defRPr>
            </a:lvl4pPr>
            <a:lvl5pPr lvl="4" algn="l">
              <a:lnSpc>
                <a:spcPct val="100000"/>
              </a:lnSpc>
              <a:spcBef>
                <a:spcPts val="240"/>
              </a:spcBef>
              <a:spcAft>
                <a:spcPts val="0"/>
              </a:spcAft>
              <a:buClr>
                <a:srgbClr val="5C5C5C"/>
              </a:buClr>
              <a:buSzPts val="2000"/>
              <a:buNone/>
              <a:defRPr sz="2000" b="1">
                <a:solidFill>
                  <a:srgbClr val="5C5C5C"/>
                </a:solidFill>
              </a:defRPr>
            </a:lvl5pPr>
            <a:lvl6pPr lvl="5" algn="l">
              <a:lnSpc>
                <a:spcPct val="100000"/>
              </a:lnSpc>
              <a:spcBef>
                <a:spcPts val="400"/>
              </a:spcBef>
              <a:spcAft>
                <a:spcPts val="0"/>
              </a:spcAft>
              <a:buClr>
                <a:srgbClr val="5C5C5C"/>
              </a:buClr>
              <a:buSzPts val="2000"/>
              <a:buNone/>
              <a:defRPr b="1">
                <a:solidFill>
                  <a:srgbClr val="5C5C5C"/>
                </a:solidFill>
              </a:defRPr>
            </a:lvl6pPr>
            <a:lvl7pPr lvl="6" algn="l">
              <a:lnSpc>
                <a:spcPct val="100000"/>
              </a:lnSpc>
              <a:spcBef>
                <a:spcPts val="400"/>
              </a:spcBef>
              <a:spcAft>
                <a:spcPts val="0"/>
              </a:spcAft>
              <a:buClr>
                <a:srgbClr val="5C5C5C"/>
              </a:buClr>
              <a:buSzPts val="2000"/>
              <a:buNone/>
              <a:defRPr b="1">
                <a:solidFill>
                  <a:srgbClr val="5C5C5C"/>
                </a:solidFill>
              </a:defRPr>
            </a:lvl7pPr>
            <a:lvl8pPr lvl="7" algn="l">
              <a:lnSpc>
                <a:spcPct val="100000"/>
              </a:lnSpc>
              <a:spcBef>
                <a:spcPts val="400"/>
              </a:spcBef>
              <a:spcAft>
                <a:spcPts val="0"/>
              </a:spcAft>
              <a:buClr>
                <a:srgbClr val="5C5C5C"/>
              </a:buClr>
              <a:buSzPts val="2000"/>
              <a:buNone/>
              <a:defRPr b="1">
                <a:solidFill>
                  <a:srgbClr val="5C5C5C"/>
                </a:solidFill>
              </a:defRPr>
            </a:lvl8pPr>
            <a:lvl9pPr lvl="8" algn="l">
              <a:lnSpc>
                <a:spcPct val="100000"/>
              </a:lnSpc>
              <a:spcBef>
                <a:spcPts val="400"/>
              </a:spcBef>
              <a:spcAft>
                <a:spcPts val="0"/>
              </a:spcAft>
              <a:buClr>
                <a:srgbClr val="5C5C5C"/>
              </a:buClr>
              <a:buSzPts val="2000"/>
              <a:buNone/>
              <a:defRPr b="1">
                <a:solidFill>
                  <a:srgbClr val="5C5C5C"/>
                </a:solidFill>
              </a:defRPr>
            </a:lvl9pPr>
          </a:lstStyle>
          <a:p>
            <a:endParaRPr/>
          </a:p>
        </p:txBody>
      </p:sp>
      <p:sp>
        <p:nvSpPr>
          <p:cNvPr id="33" name="Google Shape;33;g3e61e817e58_3_72"/>
          <p:cNvSpPr txBox="1">
            <a:spLocks noGrp="1"/>
          </p:cNvSpPr>
          <p:nvPr>
            <p:ph type="subTitle" idx="6"/>
          </p:nvPr>
        </p:nvSpPr>
        <p:spPr>
          <a:xfrm>
            <a:off x="403750" y="3434422"/>
            <a:ext cx="848100" cy="620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36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1pPr>
            <a:lvl2pPr lvl="1" algn="l">
              <a:lnSpc>
                <a:spcPct val="100000"/>
              </a:lnSpc>
              <a:spcBef>
                <a:spcPts val="32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2pPr>
            <a:lvl3pPr lvl="2" algn="l">
              <a:lnSpc>
                <a:spcPct val="100000"/>
              </a:lnSpc>
              <a:spcBef>
                <a:spcPts val="28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3pPr>
            <a:lvl4pPr lvl="3" algn="l">
              <a:lnSpc>
                <a:spcPct val="100000"/>
              </a:lnSpc>
              <a:spcBef>
                <a:spcPts val="24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4pPr>
            <a:lvl5pPr lvl="4" algn="l">
              <a:lnSpc>
                <a:spcPct val="100000"/>
              </a:lnSpc>
              <a:spcBef>
                <a:spcPts val="24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5pPr>
            <a:lvl6pPr lvl="5"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6pPr>
            <a:lvl7pPr lvl="6"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7pPr>
            <a:lvl8pPr lvl="7"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8pPr>
            <a:lvl9pPr lvl="8"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9pPr>
          </a:lstStyle>
          <a:p>
            <a:endParaRPr/>
          </a:p>
        </p:txBody>
      </p:sp>
      <p:sp>
        <p:nvSpPr>
          <p:cNvPr id="34" name="Google Shape;34;g3e61e817e58_3_72"/>
          <p:cNvSpPr txBox="1">
            <a:spLocks noGrp="1"/>
          </p:cNvSpPr>
          <p:nvPr>
            <p:ph type="subTitle" idx="7"/>
          </p:nvPr>
        </p:nvSpPr>
        <p:spPr>
          <a:xfrm>
            <a:off x="1021309" y="3434422"/>
            <a:ext cx="10704000" cy="620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360"/>
              </a:spcBef>
              <a:spcAft>
                <a:spcPts val="0"/>
              </a:spcAft>
              <a:buClr>
                <a:srgbClr val="5C5C5C"/>
              </a:buClr>
              <a:buSzPts val="2000"/>
              <a:buNone/>
              <a:defRPr sz="2000" b="1">
                <a:solidFill>
                  <a:srgbClr val="5C5C5C"/>
                </a:solidFill>
              </a:defRPr>
            </a:lvl1pPr>
            <a:lvl2pPr lvl="1" algn="l">
              <a:lnSpc>
                <a:spcPct val="100000"/>
              </a:lnSpc>
              <a:spcBef>
                <a:spcPts val="320"/>
              </a:spcBef>
              <a:spcAft>
                <a:spcPts val="0"/>
              </a:spcAft>
              <a:buClr>
                <a:srgbClr val="5C5C5C"/>
              </a:buClr>
              <a:buSzPts val="2000"/>
              <a:buNone/>
              <a:defRPr sz="2000" b="1">
                <a:solidFill>
                  <a:srgbClr val="5C5C5C"/>
                </a:solidFill>
              </a:defRPr>
            </a:lvl2pPr>
            <a:lvl3pPr lvl="2" algn="l">
              <a:lnSpc>
                <a:spcPct val="100000"/>
              </a:lnSpc>
              <a:spcBef>
                <a:spcPts val="280"/>
              </a:spcBef>
              <a:spcAft>
                <a:spcPts val="0"/>
              </a:spcAft>
              <a:buClr>
                <a:srgbClr val="5C5C5C"/>
              </a:buClr>
              <a:buSzPts val="2000"/>
              <a:buNone/>
              <a:defRPr sz="2000" b="1">
                <a:solidFill>
                  <a:srgbClr val="5C5C5C"/>
                </a:solidFill>
              </a:defRPr>
            </a:lvl3pPr>
            <a:lvl4pPr lvl="3" algn="l">
              <a:lnSpc>
                <a:spcPct val="100000"/>
              </a:lnSpc>
              <a:spcBef>
                <a:spcPts val="240"/>
              </a:spcBef>
              <a:spcAft>
                <a:spcPts val="0"/>
              </a:spcAft>
              <a:buClr>
                <a:srgbClr val="5C5C5C"/>
              </a:buClr>
              <a:buSzPts val="2000"/>
              <a:buNone/>
              <a:defRPr sz="2000" b="1">
                <a:solidFill>
                  <a:srgbClr val="5C5C5C"/>
                </a:solidFill>
              </a:defRPr>
            </a:lvl4pPr>
            <a:lvl5pPr lvl="4" algn="l">
              <a:lnSpc>
                <a:spcPct val="100000"/>
              </a:lnSpc>
              <a:spcBef>
                <a:spcPts val="240"/>
              </a:spcBef>
              <a:spcAft>
                <a:spcPts val="0"/>
              </a:spcAft>
              <a:buClr>
                <a:srgbClr val="5C5C5C"/>
              </a:buClr>
              <a:buSzPts val="2000"/>
              <a:buNone/>
              <a:defRPr sz="2000" b="1">
                <a:solidFill>
                  <a:srgbClr val="5C5C5C"/>
                </a:solidFill>
              </a:defRPr>
            </a:lvl5pPr>
            <a:lvl6pPr lvl="5" algn="l">
              <a:lnSpc>
                <a:spcPct val="100000"/>
              </a:lnSpc>
              <a:spcBef>
                <a:spcPts val="400"/>
              </a:spcBef>
              <a:spcAft>
                <a:spcPts val="0"/>
              </a:spcAft>
              <a:buClr>
                <a:srgbClr val="5C5C5C"/>
              </a:buClr>
              <a:buSzPts val="2000"/>
              <a:buNone/>
              <a:defRPr b="1">
                <a:solidFill>
                  <a:srgbClr val="5C5C5C"/>
                </a:solidFill>
              </a:defRPr>
            </a:lvl6pPr>
            <a:lvl7pPr lvl="6" algn="l">
              <a:lnSpc>
                <a:spcPct val="100000"/>
              </a:lnSpc>
              <a:spcBef>
                <a:spcPts val="400"/>
              </a:spcBef>
              <a:spcAft>
                <a:spcPts val="0"/>
              </a:spcAft>
              <a:buClr>
                <a:srgbClr val="5C5C5C"/>
              </a:buClr>
              <a:buSzPts val="2000"/>
              <a:buNone/>
              <a:defRPr b="1">
                <a:solidFill>
                  <a:srgbClr val="5C5C5C"/>
                </a:solidFill>
              </a:defRPr>
            </a:lvl7pPr>
            <a:lvl8pPr lvl="7" algn="l">
              <a:lnSpc>
                <a:spcPct val="100000"/>
              </a:lnSpc>
              <a:spcBef>
                <a:spcPts val="400"/>
              </a:spcBef>
              <a:spcAft>
                <a:spcPts val="0"/>
              </a:spcAft>
              <a:buClr>
                <a:srgbClr val="5C5C5C"/>
              </a:buClr>
              <a:buSzPts val="2000"/>
              <a:buNone/>
              <a:defRPr b="1">
                <a:solidFill>
                  <a:srgbClr val="5C5C5C"/>
                </a:solidFill>
              </a:defRPr>
            </a:lvl8pPr>
            <a:lvl9pPr lvl="8" algn="l">
              <a:lnSpc>
                <a:spcPct val="100000"/>
              </a:lnSpc>
              <a:spcBef>
                <a:spcPts val="400"/>
              </a:spcBef>
              <a:spcAft>
                <a:spcPts val="0"/>
              </a:spcAft>
              <a:buClr>
                <a:srgbClr val="5C5C5C"/>
              </a:buClr>
              <a:buSzPts val="2000"/>
              <a:buNone/>
              <a:defRPr b="1">
                <a:solidFill>
                  <a:srgbClr val="5C5C5C"/>
                </a:solidFill>
              </a:defRPr>
            </a:lvl9pPr>
          </a:lstStyle>
          <a:p>
            <a:endParaRPr/>
          </a:p>
        </p:txBody>
      </p:sp>
      <p:sp>
        <p:nvSpPr>
          <p:cNvPr id="35" name="Google Shape;35;g3e61e817e58_3_72"/>
          <p:cNvSpPr txBox="1">
            <a:spLocks noGrp="1"/>
          </p:cNvSpPr>
          <p:nvPr>
            <p:ph type="subTitle" idx="8"/>
          </p:nvPr>
        </p:nvSpPr>
        <p:spPr>
          <a:xfrm>
            <a:off x="403750" y="4333657"/>
            <a:ext cx="848100" cy="620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36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1pPr>
            <a:lvl2pPr lvl="1" algn="l">
              <a:lnSpc>
                <a:spcPct val="100000"/>
              </a:lnSpc>
              <a:spcBef>
                <a:spcPts val="32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2pPr>
            <a:lvl3pPr lvl="2" algn="l">
              <a:lnSpc>
                <a:spcPct val="100000"/>
              </a:lnSpc>
              <a:spcBef>
                <a:spcPts val="28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3pPr>
            <a:lvl4pPr lvl="3" algn="l">
              <a:lnSpc>
                <a:spcPct val="100000"/>
              </a:lnSpc>
              <a:spcBef>
                <a:spcPts val="24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4pPr>
            <a:lvl5pPr lvl="4" algn="l">
              <a:lnSpc>
                <a:spcPct val="100000"/>
              </a:lnSpc>
              <a:spcBef>
                <a:spcPts val="24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5pPr>
            <a:lvl6pPr lvl="5"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6pPr>
            <a:lvl7pPr lvl="6"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7pPr>
            <a:lvl8pPr lvl="7"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8pPr>
            <a:lvl9pPr lvl="8"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9pPr>
          </a:lstStyle>
          <a:p>
            <a:endParaRPr/>
          </a:p>
        </p:txBody>
      </p:sp>
      <p:sp>
        <p:nvSpPr>
          <p:cNvPr id="36" name="Google Shape;36;g3e61e817e58_3_72"/>
          <p:cNvSpPr txBox="1">
            <a:spLocks noGrp="1"/>
          </p:cNvSpPr>
          <p:nvPr>
            <p:ph type="subTitle" idx="9"/>
          </p:nvPr>
        </p:nvSpPr>
        <p:spPr>
          <a:xfrm>
            <a:off x="1021309" y="4333657"/>
            <a:ext cx="10704000" cy="620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360"/>
              </a:spcBef>
              <a:spcAft>
                <a:spcPts val="0"/>
              </a:spcAft>
              <a:buClr>
                <a:srgbClr val="5C5C5C"/>
              </a:buClr>
              <a:buSzPts val="2000"/>
              <a:buNone/>
              <a:defRPr sz="2000" b="1">
                <a:solidFill>
                  <a:srgbClr val="5C5C5C"/>
                </a:solidFill>
              </a:defRPr>
            </a:lvl1pPr>
            <a:lvl2pPr lvl="1" algn="l">
              <a:lnSpc>
                <a:spcPct val="100000"/>
              </a:lnSpc>
              <a:spcBef>
                <a:spcPts val="320"/>
              </a:spcBef>
              <a:spcAft>
                <a:spcPts val="0"/>
              </a:spcAft>
              <a:buClr>
                <a:srgbClr val="5C5C5C"/>
              </a:buClr>
              <a:buSzPts val="2000"/>
              <a:buNone/>
              <a:defRPr sz="2000" b="1">
                <a:solidFill>
                  <a:srgbClr val="5C5C5C"/>
                </a:solidFill>
              </a:defRPr>
            </a:lvl2pPr>
            <a:lvl3pPr lvl="2" algn="l">
              <a:lnSpc>
                <a:spcPct val="100000"/>
              </a:lnSpc>
              <a:spcBef>
                <a:spcPts val="280"/>
              </a:spcBef>
              <a:spcAft>
                <a:spcPts val="0"/>
              </a:spcAft>
              <a:buClr>
                <a:srgbClr val="5C5C5C"/>
              </a:buClr>
              <a:buSzPts val="2000"/>
              <a:buNone/>
              <a:defRPr sz="2000" b="1">
                <a:solidFill>
                  <a:srgbClr val="5C5C5C"/>
                </a:solidFill>
              </a:defRPr>
            </a:lvl3pPr>
            <a:lvl4pPr lvl="3" algn="l">
              <a:lnSpc>
                <a:spcPct val="100000"/>
              </a:lnSpc>
              <a:spcBef>
                <a:spcPts val="240"/>
              </a:spcBef>
              <a:spcAft>
                <a:spcPts val="0"/>
              </a:spcAft>
              <a:buClr>
                <a:srgbClr val="5C5C5C"/>
              </a:buClr>
              <a:buSzPts val="2000"/>
              <a:buNone/>
              <a:defRPr sz="2000" b="1">
                <a:solidFill>
                  <a:srgbClr val="5C5C5C"/>
                </a:solidFill>
              </a:defRPr>
            </a:lvl4pPr>
            <a:lvl5pPr lvl="4" algn="l">
              <a:lnSpc>
                <a:spcPct val="100000"/>
              </a:lnSpc>
              <a:spcBef>
                <a:spcPts val="240"/>
              </a:spcBef>
              <a:spcAft>
                <a:spcPts val="0"/>
              </a:spcAft>
              <a:buClr>
                <a:srgbClr val="5C5C5C"/>
              </a:buClr>
              <a:buSzPts val="2000"/>
              <a:buNone/>
              <a:defRPr sz="2000" b="1">
                <a:solidFill>
                  <a:srgbClr val="5C5C5C"/>
                </a:solidFill>
              </a:defRPr>
            </a:lvl5pPr>
            <a:lvl6pPr lvl="5" algn="l">
              <a:lnSpc>
                <a:spcPct val="100000"/>
              </a:lnSpc>
              <a:spcBef>
                <a:spcPts val="400"/>
              </a:spcBef>
              <a:spcAft>
                <a:spcPts val="0"/>
              </a:spcAft>
              <a:buClr>
                <a:srgbClr val="5C5C5C"/>
              </a:buClr>
              <a:buSzPts val="2000"/>
              <a:buNone/>
              <a:defRPr b="1">
                <a:solidFill>
                  <a:srgbClr val="5C5C5C"/>
                </a:solidFill>
              </a:defRPr>
            </a:lvl6pPr>
            <a:lvl7pPr lvl="6" algn="l">
              <a:lnSpc>
                <a:spcPct val="100000"/>
              </a:lnSpc>
              <a:spcBef>
                <a:spcPts val="400"/>
              </a:spcBef>
              <a:spcAft>
                <a:spcPts val="0"/>
              </a:spcAft>
              <a:buClr>
                <a:srgbClr val="5C5C5C"/>
              </a:buClr>
              <a:buSzPts val="2000"/>
              <a:buNone/>
              <a:defRPr b="1">
                <a:solidFill>
                  <a:srgbClr val="5C5C5C"/>
                </a:solidFill>
              </a:defRPr>
            </a:lvl7pPr>
            <a:lvl8pPr lvl="7" algn="l">
              <a:lnSpc>
                <a:spcPct val="100000"/>
              </a:lnSpc>
              <a:spcBef>
                <a:spcPts val="400"/>
              </a:spcBef>
              <a:spcAft>
                <a:spcPts val="0"/>
              </a:spcAft>
              <a:buClr>
                <a:srgbClr val="5C5C5C"/>
              </a:buClr>
              <a:buSzPts val="2000"/>
              <a:buNone/>
              <a:defRPr b="1">
                <a:solidFill>
                  <a:srgbClr val="5C5C5C"/>
                </a:solidFill>
              </a:defRPr>
            </a:lvl8pPr>
            <a:lvl9pPr lvl="8" algn="l">
              <a:lnSpc>
                <a:spcPct val="100000"/>
              </a:lnSpc>
              <a:spcBef>
                <a:spcPts val="400"/>
              </a:spcBef>
              <a:spcAft>
                <a:spcPts val="0"/>
              </a:spcAft>
              <a:buClr>
                <a:srgbClr val="5C5C5C"/>
              </a:buClr>
              <a:buSzPts val="2000"/>
              <a:buNone/>
              <a:defRPr b="1">
                <a:solidFill>
                  <a:srgbClr val="5C5C5C"/>
                </a:solidFill>
              </a:defRPr>
            </a:lvl9pPr>
          </a:lstStyle>
          <a:p>
            <a:endParaRPr/>
          </a:p>
        </p:txBody>
      </p:sp>
      <p:sp>
        <p:nvSpPr>
          <p:cNvPr id="37" name="Google Shape;37;g3e61e817e58_3_72"/>
          <p:cNvSpPr txBox="1">
            <a:spLocks noGrp="1"/>
          </p:cNvSpPr>
          <p:nvPr>
            <p:ph type="subTitle" idx="13"/>
          </p:nvPr>
        </p:nvSpPr>
        <p:spPr>
          <a:xfrm>
            <a:off x="403750" y="5232893"/>
            <a:ext cx="848100" cy="620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36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1pPr>
            <a:lvl2pPr lvl="1" algn="l">
              <a:lnSpc>
                <a:spcPct val="100000"/>
              </a:lnSpc>
              <a:spcBef>
                <a:spcPts val="32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2pPr>
            <a:lvl3pPr lvl="2" algn="l">
              <a:lnSpc>
                <a:spcPct val="100000"/>
              </a:lnSpc>
              <a:spcBef>
                <a:spcPts val="28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3pPr>
            <a:lvl4pPr lvl="3" algn="l">
              <a:lnSpc>
                <a:spcPct val="100000"/>
              </a:lnSpc>
              <a:spcBef>
                <a:spcPts val="24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4pPr>
            <a:lvl5pPr lvl="4" algn="l">
              <a:lnSpc>
                <a:spcPct val="100000"/>
              </a:lnSpc>
              <a:spcBef>
                <a:spcPts val="24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5pPr>
            <a:lvl6pPr lvl="5"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6pPr>
            <a:lvl7pPr lvl="6"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7pPr>
            <a:lvl8pPr lvl="7"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8pPr>
            <a:lvl9pPr lvl="8" algn="l">
              <a:lnSpc>
                <a:spcPct val="100000"/>
              </a:lnSpc>
              <a:spcBef>
                <a:spcPts val="400"/>
              </a:spcBef>
              <a:spcAft>
                <a:spcPts val="0"/>
              </a:spcAft>
              <a:buClr>
                <a:schemeClr val="accent1"/>
              </a:buClr>
              <a:buSzPts val="2800"/>
              <a:buFont typeface="Cambria"/>
              <a:buNone/>
              <a:defRPr sz="2800" b="1">
                <a:solidFill>
                  <a:schemeClr val="accent1"/>
                </a:solidFill>
                <a:latin typeface="Cambria"/>
                <a:ea typeface="Cambria"/>
                <a:cs typeface="Cambria"/>
                <a:sym typeface="Cambria"/>
              </a:defRPr>
            </a:lvl9pPr>
          </a:lstStyle>
          <a:p>
            <a:endParaRPr/>
          </a:p>
        </p:txBody>
      </p:sp>
      <p:sp>
        <p:nvSpPr>
          <p:cNvPr id="38" name="Google Shape;38;g3e61e817e58_3_72"/>
          <p:cNvSpPr txBox="1">
            <a:spLocks noGrp="1"/>
          </p:cNvSpPr>
          <p:nvPr>
            <p:ph type="subTitle" idx="14"/>
          </p:nvPr>
        </p:nvSpPr>
        <p:spPr>
          <a:xfrm>
            <a:off x="1021309" y="5232893"/>
            <a:ext cx="10704000" cy="620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360"/>
              </a:spcBef>
              <a:spcAft>
                <a:spcPts val="0"/>
              </a:spcAft>
              <a:buClr>
                <a:srgbClr val="5C5C5C"/>
              </a:buClr>
              <a:buSzPts val="2000"/>
              <a:buNone/>
              <a:defRPr sz="2000" b="1">
                <a:solidFill>
                  <a:srgbClr val="5C5C5C"/>
                </a:solidFill>
              </a:defRPr>
            </a:lvl1pPr>
            <a:lvl2pPr lvl="1" algn="l">
              <a:lnSpc>
                <a:spcPct val="100000"/>
              </a:lnSpc>
              <a:spcBef>
                <a:spcPts val="320"/>
              </a:spcBef>
              <a:spcAft>
                <a:spcPts val="0"/>
              </a:spcAft>
              <a:buClr>
                <a:srgbClr val="5C5C5C"/>
              </a:buClr>
              <a:buSzPts val="2000"/>
              <a:buNone/>
              <a:defRPr sz="2000" b="1">
                <a:solidFill>
                  <a:srgbClr val="5C5C5C"/>
                </a:solidFill>
              </a:defRPr>
            </a:lvl2pPr>
            <a:lvl3pPr lvl="2" algn="l">
              <a:lnSpc>
                <a:spcPct val="100000"/>
              </a:lnSpc>
              <a:spcBef>
                <a:spcPts val="280"/>
              </a:spcBef>
              <a:spcAft>
                <a:spcPts val="0"/>
              </a:spcAft>
              <a:buClr>
                <a:srgbClr val="5C5C5C"/>
              </a:buClr>
              <a:buSzPts val="2000"/>
              <a:buNone/>
              <a:defRPr sz="2000" b="1">
                <a:solidFill>
                  <a:srgbClr val="5C5C5C"/>
                </a:solidFill>
              </a:defRPr>
            </a:lvl3pPr>
            <a:lvl4pPr lvl="3" algn="l">
              <a:lnSpc>
                <a:spcPct val="100000"/>
              </a:lnSpc>
              <a:spcBef>
                <a:spcPts val="240"/>
              </a:spcBef>
              <a:spcAft>
                <a:spcPts val="0"/>
              </a:spcAft>
              <a:buClr>
                <a:srgbClr val="5C5C5C"/>
              </a:buClr>
              <a:buSzPts val="2000"/>
              <a:buNone/>
              <a:defRPr sz="2000" b="1">
                <a:solidFill>
                  <a:srgbClr val="5C5C5C"/>
                </a:solidFill>
              </a:defRPr>
            </a:lvl4pPr>
            <a:lvl5pPr lvl="4" algn="l">
              <a:lnSpc>
                <a:spcPct val="100000"/>
              </a:lnSpc>
              <a:spcBef>
                <a:spcPts val="240"/>
              </a:spcBef>
              <a:spcAft>
                <a:spcPts val="0"/>
              </a:spcAft>
              <a:buClr>
                <a:srgbClr val="5C5C5C"/>
              </a:buClr>
              <a:buSzPts val="2000"/>
              <a:buNone/>
              <a:defRPr sz="2000" b="1">
                <a:solidFill>
                  <a:srgbClr val="5C5C5C"/>
                </a:solidFill>
              </a:defRPr>
            </a:lvl5pPr>
            <a:lvl6pPr lvl="5" algn="l">
              <a:lnSpc>
                <a:spcPct val="100000"/>
              </a:lnSpc>
              <a:spcBef>
                <a:spcPts val="400"/>
              </a:spcBef>
              <a:spcAft>
                <a:spcPts val="0"/>
              </a:spcAft>
              <a:buClr>
                <a:srgbClr val="5C5C5C"/>
              </a:buClr>
              <a:buSzPts val="2000"/>
              <a:buNone/>
              <a:defRPr b="1">
                <a:solidFill>
                  <a:srgbClr val="5C5C5C"/>
                </a:solidFill>
              </a:defRPr>
            </a:lvl6pPr>
            <a:lvl7pPr lvl="6" algn="l">
              <a:lnSpc>
                <a:spcPct val="100000"/>
              </a:lnSpc>
              <a:spcBef>
                <a:spcPts val="400"/>
              </a:spcBef>
              <a:spcAft>
                <a:spcPts val="0"/>
              </a:spcAft>
              <a:buClr>
                <a:srgbClr val="5C5C5C"/>
              </a:buClr>
              <a:buSzPts val="2000"/>
              <a:buNone/>
              <a:defRPr b="1">
                <a:solidFill>
                  <a:srgbClr val="5C5C5C"/>
                </a:solidFill>
              </a:defRPr>
            </a:lvl7pPr>
            <a:lvl8pPr lvl="7" algn="l">
              <a:lnSpc>
                <a:spcPct val="100000"/>
              </a:lnSpc>
              <a:spcBef>
                <a:spcPts val="400"/>
              </a:spcBef>
              <a:spcAft>
                <a:spcPts val="0"/>
              </a:spcAft>
              <a:buClr>
                <a:srgbClr val="5C5C5C"/>
              </a:buClr>
              <a:buSzPts val="2000"/>
              <a:buNone/>
              <a:defRPr b="1">
                <a:solidFill>
                  <a:srgbClr val="5C5C5C"/>
                </a:solidFill>
              </a:defRPr>
            </a:lvl8pPr>
            <a:lvl9pPr lvl="8" algn="l">
              <a:lnSpc>
                <a:spcPct val="100000"/>
              </a:lnSpc>
              <a:spcBef>
                <a:spcPts val="400"/>
              </a:spcBef>
              <a:spcAft>
                <a:spcPts val="0"/>
              </a:spcAft>
              <a:buClr>
                <a:srgbClr val="5C5C5C"/>
              </a:buClr>
              <a:buSzPts val="2000"/>
              <a:buNone/>
              <a:defRPr b="1">
                <a:solidFill>
                  <a:srgbClr val="5C5C5C"/>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_Light">
  <p:cSld name="Section_Light">
    <p:bg>
      <p:bgPr>
        <a:solidFill>
          <a:srgbClr val="F7F2E8"/>
        </a:solidFill>
        <a:effectLst/>
      </p:bgPr>
    </p:bg>
    <p:spTree>
      <p:nvGrpSpPr>
        <p:cNvPr id="1" name="Shape 39"/>
        <p:cNvGrpSpPr/>
        <p:nvPr/>
      </p:nvGrpSpPr>
      <p:grpSpPr>
        <a:xfrm>
          <a:off x="0" y="0"/>
          <a:ext cx="0" cy="0"/>
          <a:chOff x="0" y="0"/>
          <a:chExt cx="0" cy="0"/>
        </a:xfrm>
      </p:grpSpPr>
      <p:sp>
        <p:nvSpPr>
          <p:cNvPr id="40" name="Google Shape;40;p26"/>
          <p:cNvSpPr/>
          <p:nvPr/>
        </p:nvSpPr>
        <p:spPr>
          <a:xfrm>
            <a:off x="10789920" y="6446520"/>
            <a:ext cx="91440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41" name="Google Shape;41;p26"/>
          <p:cNvSpPr txBox="1">
            <a:spLocks noGrp="1"/>
          </p:cNvSpPr>
          <p:nvPr>
            <p:ph type="title"/>
          </p:nvPr>
        </p:nvSpPr>
        <p:spPr>
          <a:xfrm>
            <a:off x="403761" y="2695700"/>
            <a:ext cx="11412187" cy="89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303030"/>
              </a:buClr>
              <a:buSzPts val="4400"/>
              <a:buFont typeface="Cambria"/>
              <a:buNone/>
              <a:defRPr sz="4400">
                <a:solidFill>
                  <a:srgbClr val="303030"/>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_Dark">
  <p:cSld name="Section_Dark">
    <p:bg>
      <p:bgPr>
        <a:solidFill>
          <a:srgbClr val="303030"/>
        </a:solidFill>
        <a:effectLst/>
      </p:bgPr>
    </p:bg>
    <p:spTree>
      <p:nvGrpSpPr>
        <p:cNvPr id="1" name="Shape 42"/>
        <p:cNvGrpSpPr/>
        <p:nvPr/>
      </p:nvGrpSpPr>
      <p:grpSpPr>
        <a:xfrm>
          <a:off x="0" y="0"/>
          <a:ext cx="0" cy="0"/>
          <a:chOff x="0" y="0"/>
          <a:chExt cx="0" cy="0"/>
        </a:xfrm>
      </p:grpSpPr>
      <p:sp>
        <p:nvSpPr>
          <p:cNvPr id="43" name="Google Shape;43;p27"/>
          <p:cNvSpPr txBox="1">
            <a:spLocks noGrp="1"/>
          </p:cNvSpPr>
          <p:nvPr>
            <p:ph type="title"/>
          </p:nvPr>
        </p:nvSpPr>
        <p:spPr>
          <a:xfrm>
            <a:off x="403761" y="2695700"/>
            <a:ext cx="11412187" cy="89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EADDC4"/>
              </a:buClr>
              <a:buSzPts val="4400"/>
              <a:buFont typeface="Cambria"/>
              <a:buNone/>
              <a:defRPr sz="4400">
                <a:solidFill>
                  <a:srgbClr val="EADDC4"/>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7"/>
          <p:cNvSpPr/>
          <p:nvPr/>
        </p:nvSpPr>
        <p:spPr>
          <a:xfrm>
            <a:off x="457200" y="6365175"/>
            <a:ext cx="365760" cy="36576"/>
          </a:xfrm>
          <a:prstGeom prst="rect">
            <a:avLst/>
          </a:prstGeom>
          <a:solidFill>
            <a:srgbClr val="C5E0D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tandard_2Columns">
  <p:cSld name="Standard_2Columns">
    <p:bg>
      <p:bgPr>
        <a:solidFill>
          <a:srgbClr val="FFFFFF"/>
        </a:solidFill>
        <a:effectLst/>
      </p:bgPr>
    </p:bg>
    <p:spTree>
      <p:nvGrpSpPr>
        <p:cNvPr id="1" name="Shape 45"/>
        <p:cNvGrpSpPr/>
        <p:nvPr/>
      </p:nvGrpSpPr>
      <p:grpSpPr>
        <a:xfrm>
          <a:off x="0" y="0"/>
          <a:ext cx="0" cy="0"/>
          <a:chOff x="0" y="0"/>
          <a:chExt cx="0" cy="0"/>
        </a:xfrm>
      </p:grpSpPr>
      <p:sp>
        <p:nvSpPr>
          <p:cNvPr id="46" name="Google Shape;46;p29"/>
          <p:cNvSpPr txBox="1">
            <a:spLocks noGrp="1"/>
          </p:cNvSpPr>
          <p:nvPr>
            <p:ph type="sldNum" idx="12"/>
          </p:nvPr>
        </p:nvSpPr>
        <p:spPr>
          <a:xfrm>
            <a:off x="9072748"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7" name="Google Shape;47;p29"/>
          <p:cNvSpPr txBox="1">
            <a:spLocks noGrp="1"/>
          </p:cNvSpPr>
          <p:nvPr>
            <p:ph type="body" idx="1"/>
          </p:nvPr>
        </p:nvSpPr>
        <p:spPr>
          <a:xfrm>
            <a:off x="403761" y="2173183"/>
            <a:ext cx="5474400" cy="4003800"/>
          </a:xfrm>
          <a:prstGeom prst="rect">
            <a:avLst/>
          </a:prstGeom>
          <a:noFill/>
          <a:ln>
            <a:noFill/>
          </a:ln>
        </p:spPr>
        <p:txBody>
          <a:bodyPr spcFirstLastPara="1" wrap="square" lIns="91425" tIns="45700" rIns="91425" bIns="45700" anchor="t" anchorCtr="0">
            <a:noAutofit/>
          </a:bodyPr>
          <a:lstStyle>
            <a:lvl1pPr marL="457200" lvl="0" indent="-342900" algn="l">
              <a:lnSpc>
                <a:spcPct val="110000"/>
              </a:lnSpc>
              <a:spcBef>
                <a:spcPts val="600"/>
              </a:spcBef>
              <a:spcAft>
                <a:spcPts val="0"/>
              </a:spcAft>
              <a:buClr>
                <a:schemeClr val="dk1"/>
              </a:buClr>
              <a:buSzPts val="1800"/>
              <a:buChar char="•"/>
              <a:defRPr/>
            </a:lvl1pPr>
            <a:lvl2pPr marL="914400" lvl="1" indent="-330200" algn="l">
              <a:lnSpc>
                <a:spcPct val="110000"/>
              </a:lnSpc>
              <a:spcBef>
                <a:spcPts val="600"/>
              </a:spcBef>
              <a:spcAft>
                <a:spcPts val="0"/>
              </a:spcAft>
              <a:buClr>
                <a:schemeClr val="dk1"/>
              </a:buClr>
              <a:buSzPts val="1600"/>
              <a:buChar char="–"/>
              <a:defRPr/>
            </a:lvl2pPr>
            <a:lvl3pPr marL="1371600" lvl="2" indent="-317500" algn="l">
              <a:lnSpc>
                <a:spcPct val="110000"/>
              </a:lnSpc>
              <a:spcBef>
                <a:spcPts val="600"/>
              </a:spcBef>
              <a:spcAft>
                <a:spcPts val="0"/>
              </a:spcAft>
              <a:buClr>
                <a:schemeClr val="dk1"/>
              </a:buClr>
              <a:buSzPts val="1400"/>
              <a:buChar char="•"/>
              <a:defRPr/>
            </a:lvl3pPr>
            <a:lvl4pPr marL="1828800" lvl="3" indent="-304800" algn="l">
              <a:lnSpc>
                <a:spcPct val="110000"/>
              </a:lnSpc>
              <a:spcBef>
                <a:spcPts val="600"/>
              </a:spcBef>
              <a:spcAft>
                <a:spcPts val="0"/>
              </a:spcAft>
              <a:buClr>
                <a:schemeClr val="dk1"/>
              </a:buClr>
              <a:buSzPts val="1200"/>
              <a:buChar char="–"/>
              <a:defRPr/>
            </a:lvl4pPr>
            <a:lvl5pPr marL="2286000" lvl="4" indent="-304800" algn="l">
              <a:lnSpc>
                <a:spcPct val="110000"/>
              </a:lnSpc>
              <a:spcBef>
                <a:spcPts val="600"/>
              </a:spcBef>
              <a:spcAft>
                <a:spcPts val="0"/>
              </a:spcAft>
              <a:buClr>
                <a:schemeClr val="dk1"/>
              </a:buClr>
              <a:buSzPts val="12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8" name="Google Shape;48;p29"/>
          <p:cNvSpPr txBox="1">
            <a:spLocks noGrp="1"/>
          </p:cNvSpPr>
          <p:nvPr>
            <p:ph type="body" idx="2"/>
          </p:nvPr>
        </p:nvSpPr>
        <p:spPr>
          <a:xfrm>
            <a:off x="6341423" y="2173183"/>
            <a:ext cx="5474525" cy="4003779"/>
          </a:xfrm>
          <a:prstGeom prst="rect">
            <a:avLst/>
          </a:prstGeom>
          <a:noFill/>
          <a:ln>
            <a:noFill/>
          </a:ln>
        </p:spPr>
        <p:txBody>
          <a:bodyPr spcFirstLastPara="1" wrap="square" lIns="91425" tIns="45700" rIns="91425" bIns="45700" anchor="t" anchorCtr="0">
            <a:noAutofit/>
          </a:bodyPr>
          <a:lstStyle>
            <a:lvl1pPr marL="457200" lvl="0" indent="-342900" algn="l">
              <a:lnSpc>
                <a:spcPct val="110000"/>
              </a:lnSpc>
              <a:spcBef>
                <a:spcPts val="600"/>
              </a:spcBef>
              <a:spcAft>
                <a:spcPts val="0"/>
              </a:spcAft>
              <a:buClr>
                <a:schemeClr val="dk1"/>
              </a:buClr>
              <a:buSzPts val="1800"/>
              <a:buChar char="•"/>
              <a:defRPr/>
            </a:lvl1pPr>
            <a:lvl2pPr marL="914400" lvl="1" indent="-330200" algn="l">
              <a:lnSpc>
                <a:spcPct val="110000"/>
              </a:lnSpc>
              <a:spcBef>
                <a:spcPts val="600"/>
              </a:spcBef>
              <a:spcAft>
                <a:spcPts val="0"/>
              </a:spcAft>
              <a:buClr>
                <a:schemeClr val="dk1"/>
              </a:buClr>
              <a:buSzPts val="1600"/>
              <a:buChar char="–"/>
              <a:defRPr/>
            </a:lvl2pPr>
            <a:lvl3pPr marL="1371600" lvl="2" indent="-317500" algn="l">
              <a:lnSpc>
                <a:spcPct val="110000"/>
              </a:lnSpc>
              <a:spcBef>
                <a:spcPts val="600"/>
              </a:spcBef>
              <a:spcAft>
                <a:spcPts val="0"/>
              </a:spcAft>
              <a:buClr>
                <a:schemeClr val="dk1"/>
              </a:buClr>
              <a:buSzPts val="1400"/>
              <a:buChar char="•"/>
              <a:defRPr/>
            </a:lvl3pPr>
            <a:lvl4pPr marL="1828800" lvl="3" indent="-304800" algn="l">
              <a:lnSpc>
                <a:spcPct val="110000"/>
              </a:lnSpc>
              <a:spcBef>
                <a:spcPts val="600"/>
              </a:spcBef>
              <a:spcAft>
                <a:spcPts val="0"/>
              </a:spcAft>
              <a:buClr>
                <a:schemeClr val="dk1"/>
              </a:buClr>
              <a:buSzPts val="1200"/>
              <a:buChar char="–"/>
              <a:defRPr/>
            </a:lvl4pPr>
            <a:lvl5pPr marL="2286000" lvl="4" indent="-304800" algn="l">
              <a:lnSpc>
                <a:spcPct val="110000"/>
              </a:lnSpc>
              <a:spcBef>
                <a:spcPts val="600"/>
              </a:spcBef>
              <a:spcAft>
                <a:spcPts val="0"/>
              </a:spcAft>
              <a:buClr>
                <a:schemeClr val="dk1"/>
              </a:buClr>
              <a:buSzPts val="12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9" name="Google Shape;49;p29"/>
          <p:cNvSpPr txBox="1">
            <a:spLocks noGrp="1"/>
          </p:cNvSpPr>
          <p:nvPr>
            <p:ph type="title"/>
          </p:nvPr>
        </p:nvSpPr>
        <p:spPr>
          <a:xfrm>
            <a:off x="403761" y="365126"/>
            <a:ext cx="11412187" cy="620526"/>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3030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subTitle" idx="3"/>
          </p:nvPr>
        </p:nvSpPr>
        <p:spPr>
          <a:xfrm>
            <a:off x="403750" y="985650"/>
            <a:ext cx="11372700" cy="414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360"/>
              </a:spcBef>
              <a:spcAft>
                <a:spcPts val="0"/>
              </a:spcAft>
              <a:buClr>
                <a:schemeClr val="accent1"/>
              </a:buClr>
              <a:buSzPts val="1800"/>
              <a:buNone/>
              <a:defRPr b="1">
                <a:solidFill>
                  <a:schemeClr val="accent1"/>
                </a:solidFill>
              </a:defRPr>
            </a:lvl1pPr>
            <a:lvl2pPr lvl="1" algn="l">
              <a:lnSpc>
                <a:spcPct val="100000"/>
              </a:lnSpc>
              <a:spcBef>
                <a:spcPts val="320"/>
              </a:spcBef>
              <a:spcAft>
                <a:spcPts val="0"/>
              </a:spcAft>
              <a:buClr>
                <a:schemeClr val="accent1"/>
              </a:buClr>
              <a:buSzPts val="1800"/>
              <a:buNone/>
              <a:defRPr sz="1800" b="1">
                <a:solidFill>
                  <a:schemeClr val="accent1"/>
                </a:solidFill>
              </a:defRPr>
            </a:lvl2pPr>
            <a:lvl3pPr lvl="2" algn="l">
              <a:lnSpc>
                <a:spcPct val="100000"/>
              </a:lnSpc>
              <a:spcBef>
                <a:spcPts val="280"/>
              </a:spcBef>
              <a:spcAft>
                <a:spcPts val="0"/>
              </a:spcAft>
              <a:buClr>
                <a:schemeClr val="accent1"/>
              </a:buClr>
              <a:buSzPts val="1800"/>
              <a:buNone/>
              <a:defRPr sz="1800" b="1">
                <a:solidFill>
                  <a:schemeClr val="accent1"/>
                </a:solidFill>
              </a:defRPr>
            </a:lvl3pPr>
            <a:lvl4pPr lvl="3" algn="l">
              <a:lnSpc>
                <a:spcPct val="100000"/>
              </a:lnSpc>
              <a:spcBef>
                <a:spcPts val="240"/>
              </a:spcBef>
              <a:spcAft>
                <a:spcPts val="0"/>
              </a:spcAft>
              <a:buClr>
                <a:schemeClr val="accent1"/>
              </a:buClr>
              <a:buSzPts val="1800"/>
              <a:buNone/>
              <a:defRPr sz="1800" b="1">
                <a:solidFill>
                  <a:schemeClr val="accent1"/>
                </a:solidFill>
              </a:defRPr>
            </a:lvl4pPr>
            <a:lvl5pPr lvl="4" algn="l">
              <a:lnSpc>
                <a:spcPct val="100000"/>
              </a:lnSpc>
              <a:spcBef>
                <a:spcPts val="240"/>
              </a:spcBef>
              <a:spcAft>
                <a:spcPts val="0"/>
              </a:spcAft>
              <a:buClr>
                <a:schemeClr val="accent1"/>
              </a:buClr>
              <a:buSzPts val="1800"/>
              <a:buNone/>
              <a:defRPr sz="1800" b="1">
                <a:solidFill>
                  <a:schemeClr val="accent1"/>
                </a:solidFill>
              </a:defRPr>
            </a:lvl5pPr>
            <a:lvl6pPr lvl="5" algn="l">
              <a:lnSpc>
                <a:spcPct val="100000"/>
              </a:lnSpc>
              <a:spcBef>
                <a:spcPts val="400"/>
              </a:spcBef>
              <a:spcAft>
                <a:spcPts val="0"/>
              </a:spcAft>
              <a:buClr>
                <a:schemeClr val="accent1"/>
              </a:buClr>
              <a:buSzPts val="1800"/>
              <a:buNone/>
              <a:defRPr sz="1800" b="1">
                <a:solidFill>
                  <a:schemeClr val="accent1"/>
                </a:solidFill>
              </a:defRPr>
            </a:lvl6pPr>
            <a:lvl7pPr lvl="6" algn="l">
              <a:lnSpc>
                <a:spcPct val="100000"/>
              </a:lnSpc>
              <a:spcBef>
                <a:spcPts val="400"/>
              </a:spcBef>
              <a:spcAft>
                <a:spcPts val="0"/>
              </a:spcAft>
              <a:buClr>
                <a:schemeClr val="accent1"/>
              </a:buClr>
              <a:buSzPts val="1800"/>
              <a:buNone/>
              <a:defRPr sz="1800" b="1">
                <a:solidFill>
                  <a:schemeClr val="accent1"/>
                </a:solidFill>
              </a:defRPr>
            </a:lvl7pPr>
            <a:lvl8pPr lvl="7" algn="l">
              <a:lnSpc>
                <a:spcPct val="100000"/>
              </a:lnSpc>
              <a:spcBef>
                <a:spcPts val="400"/>
              </a:spcBef>
              <a:spcAft>
                <a:spcPts val="0"/>
              </a:spcAft>
              <a:buClr>
                <a:schemeClr val="accent1"/>
              </a:buClr>
              <a:buSzPts val="1800"/>
              <a:buNone/>
              <a:defRPr sz="1800" b="1">
                <a:solidFill>
                  <a:schemeClr val="accent1"/>
                </a:solidFill>
              </a:defRPr>
            </a:lvl8pPr>
            <a:lvl9pPr lvl="8" algn="l">
              <a:lnSpc>
                <a:spcPct val="100000"/>
              </a:lnSpc>
              <a:spcBef>
                <a:spcPts val="400"/>
              </a:spcBef>
              <a:spcAft>
                <a:spcPts val="0"/>
              </a:spcAft>
              <a:buClr>
                <a:schemeClr val="accent1"/>
              </a:buClr>
              <a:buSzPts val="1800"/>
              <a:buNone/>
              <a:defRPr sz="1800" b="1">
                <a:solidFill>
                  <a:schemeClr val="accent1"/>
                </a:solidFill>
              </a:defRPr>
            </a:lvl9pPr>
          </a:lstStyle>
          <a:p>
            <a:endParaRPr/>
          </a:p>
        </p:txBody>
      </p:sp>
      <p:sp>
        <p:nvSpPr>
          <p:cNvPr id="51" name="Google Shape;51;p29"/>
          <p:cNvSpPr txBox="1">
            <a:spLocks noGrp="1"/>
          </p:cNvSpPr>
          <p:nvPr>
            <p:ph type="subTitle" idx="4"/>
          </p:nvPr>
        </p:nvSpPr>
        <p:spPr>
          <a:xfrm>
            <a:off x="403750" y="1759175"/>
            <a:ext cx="5474400" cy="414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360"/>
              </a:spcBef>
              <a:spcAft>
                <a:spcPts val="0"/>
              </a:spcAft>
              <a:buClr>
                <a:srgbClr val="5C5C5C"/>
              </a:buClr>
              <a:buSzPts val="1800"/>
              <a:buFont typeface="Cambria"/>
              <a:buNone/>
              <a:defRPr b="1">
                <a:solidFill>
                  <a:srgbClr val="5C5C5C"/>
                </a:solidFill>
                <a:latin typeface="Cambria"/>
                <a:ea typeface="Cambria"/>
                <a:cs typeface="Cambria"/>
                <a:sym typeface="Cambria"/>
              </a:defRPr>
            </a:lvl1pPr>
            <a:lvl2pPr lvl="1" algn="l">
              <a:lnSpc>
                <a:spcPct val="100000"/>
              </a:lnSpc>
              <a:spcBef>
                <a:spcPts val="320"/>
              </a:spcBef>
              <a:spcAft>
                <a:spcPts val="0"/>
              </a:spcAft>
              <a:buClr>
                <a:srgbClr val="5C5C5C"/>
              </a:buClr>
              <a:buSzPts val="1800"/>
              <a:buNone/>
              <a:defRPr sz="1800" b="1">
                <a:solidFill>
                  <a:srgbClr val="5C5C5C"/>
                </a:solidFill>
              </a:defRPr>
            </a:lvl2pPr>
            <a:lvl3pPr lvl="2" algn="l">
              <a:lnSpc>
                <a:spcPct val="100000"/>
              </a:lnSpc>
              <a:spcBef>
                <a:spcPts val="280"/>
              </a:spcBef>
              <a:spcAft>
                <a:spcPts val="0"/>
              </a:spcAft>
              <a:buClr>
                <a:srgbClr val="5C5C5C"/>
              </a:buClr>
              <a:buSzPts val="1800"/>
              <a:buNone/>
              <a:defRPr sz="1800" b="1">
                <a:solidFill>
                  <a:srgbClr val="5C5C5C"/>
                </a:solidFill>
              </a:defRPr>
            </a:lvl3pPr>
            <a:lvl4pPr lvl="3" algn="l">
              <a:lnSpc>
                <a:spcPct val="100000"/>
              </a:lnSpc>
              <a:spcBef>
                <a:spcPts val="240"/>
              </a:spcBef>
              <a:spcAft>
                <a:spcPts val="0"/>
              </a:spcAft>
              <a:buClr>
                <a:srgbClr val="5C5C5C"/>
              </a:buClr>
              <a:buSzPts val="1800"/>
              <a:buNone/>
              <a:defRPr sz="1800" b="1">
                <a:solidFill>
                  <a:srgbClr val="5C5C5C"/>
                </a:solidFill>
              </a:defRPr>
            </a:lvl4pPr>
            <a:lvl5pPr lvl="4" algn="l">
              <a:lnSpc>
                <a:spcPct val="100000"/>
              </a:lnSpc>
              <a:spcBef>
                <a:spcPts val="240"/>
              </a:spcBef>
              <a:spcAft>
                <a:spcPts val="0"/>
              </a:spcAft>
              <a:buClr>
                <a:srgbClr val="5C5C5C"/>
              </a:buClr>
              <a:buSzPts val="1800"/>
              <a:buNone/>
              <a:defRPr sz="1800" b="1">
                <a:solidFill>
                  <a:srgbClr val="5C5C5C"/>
                </a:solidFill>
              </a:defRPr>
            </a:lvl5pPr>
            <a:lvl6pPr lvl="5" algn="l">
              <a:lnSpc>
                <a:spcPct val="100000"/>
              </a:lnSpc>
              <a:spcBef>
                <a:spcPts val="400"/>
              </a:spcBef>
              <a:spcAft>
                <a:spcPts val="0"/>
              </a:spcAft>
              <a:buClr>
                <a:srgbClr val="5C5C5C"/>
              </a:buClr>
              <a:buSzPts val="1800"/>
              <a:buNone/>
              <a:defRPr sz="1800" b="1">
                <a:solidFill>
                  <a:srgbClr val="5C5C5C"/>
                </a:solidFill>
              </a:defRPr>
            </a:lvl6pPr>
            <a:lvl7pPr lvl="6" algn="l">
              <a:lnSpc>
                <a:spcPct val="100000"/>
              </a:lnSpc>
              <a:spcBef>
                <a:spcPts val="400"/>
              </a:spcBef>
              <a:spcAft>
                <a:spcPts val="0"/>
              </a:spcAft>
              <a:buClr>
                <a:srgbClr val="5C5C5C"/>
              </a:buClr>
              <a:buSzPts val="1800"/>
              <a:buNone/>
              <a:defRPr sz="1800" b="1">
                <a:solidFill>
                  <a:srgbClr val="5C5C5C"/>
                </a:solidFill>
              </a:defRPr>
            </a:lvl7pPr>
            <a:lvl8pPr lvl="7" algn="l">
              <a:lnSpc>
                <a:spcPct val="100000"/>
              </a:lnSpc>
              <a:spcBef>
                <a:spcPts val="400"/>
              </a:spcBef>
              <a:spcAft>
                <a:spcPts val="0"/>
              </a:spcAft>
              <a:buClr>
                <a:srgbClr val="5C5C5C"/>
              </a:buClr>
              <a:buSzPts val="1800"/>
              <a:buNone/>
              <a:defRPr sz="1800" b="1">
                <a:solidFill>
                  <a:srgbClr val="5C5C5C"/>
                </a:solidFill>
              </a:defRPr>
            </a:lvl8pPr>
            <a:lvl9pPr lvl="8" algn="l">
              <a:lnSpc>
                <a:spcPct val="100000"/>
              </a:lnSpc>
              <a:spcBef>
                <a:spcPts val="400"/>
              </a:spcBef>
              <a:spcAft>
                <a:spcPts val="0"/>
              </a:spcAft>
              <a:buClr>
                <a:srgbClr val="5C5C5C"/>
              </a:buClr>
              <a:buSzPts val="1800"/>
              <a:buNone/>
              <a:defRPr sz="1800" b="1">
                <a:solidFill>
                  <a:srgbClr val="5C5C5C"/>
                </a:solidFill>
              </a:defRPr>
            </a:lvl9pPr>
          </a:lstStyle>
          <a:p>
            <a:endParaRPr/>
          </a:p>
        </p:txBody>
      </p:sp>
      <p:sp>
        <p:nvSpPr>
          <p:cNvPr id="52" name="Google Shape;52;p29"/>
          <p:cNvSpPr txBox="1">
            <a:spLocks noGrp="1"/>
          </p:cNvSpPr>
          <p:nvPr>
            <p:ph type="subTitle" idx="5"/>
          </p:nvPr>
        </p:nvSpPr>
        <p:spPr>
          <a:xfrm>
            <a:off x="6341475" y="1759175"/>
            <a:ext cx="5474400" cy="414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360"/>
              </a:spcBef>
              <a:spcAft>
                <a:spcPts val="0"/>
              </a:spcAft>
              <a:buClr>
                <a:srgbClr val="5C5C5C"/>
              </a:buClr>
              <a:buSzPts val="1800"/>
              <a:buFont typeface="Cambria"/>
              <a:buNone/>
              <a:defRPr b="1">
                <a:solidFill>
                  <a:srgbClr val="5C5C5C"/>
                </a:solidFill>
                <a:latin typeface="Cambria"/>
                <a:ea typeface="Cambria"/>
                <a:cs typeface="Cambria"/>
                <a:sym typeface="Cambria"/>
              </a:defRPr>
            </a:lvl1pPr>
            <a:lvl2pPr lvl="1" algn="l">
              <a:lnSpc>
                <a:spcPct val="100000"/>
              </a:lnSpc>
              <a:spcBef>
                <a:spcPts val="320"/>
              </a:spcBef>
              <a:spcAft>
                <a:spcPts val="0"/>
              </a:spcAft>
              <a:buClr>
                <a:srgbClr val="5C5C5C"/>
              </a:buClr>
              <a:buSzPts val="1800"/>
              <a:buNone/>
              <a:defRPr sz="1800" b="1">
                <a:solidFill>
                  <a:srgbClr val="5C5C5C"/>
                </a:solidFill>
              </a:defRPr>
            </a:lvl2pPr>
            <a:lvl3pPr lvl="2" algn="l">
              <a:lnSpc>
                <a:spcPct val="100000"/>
              </a:lnSpc>
              <a:spcBef>
                <a:spcPts val="280"/>
              </a:spcBef>
              <a:spcAft>
                <a:spcPts val="0"/>
              </a:spcAft>
              <a:buClr>
                <a:srgbClr val="5C5C5C"/>
              </a:buClr>
              <a:buSzPts val="1800"/>
              <a:buNone/>
              <a:defRPr sz="1800" b="1">
                <a:solidFill>
                  <a:srgbClr val="5C5C5C"/>
                </a:solidFill>
              </a:defRPr>
            </a:lvl3pPr>
            <a:lvl4pPr lvl="3" algn="l">
              <a:lnSpc>
                <a:spcPct val="100000"/>
              </a:lnSpc>
              <a:spcBef>
                <a:spcPts val="240"/>
              </a:spcBef>
              <a:spcAft>
                <a:spcPts val="0"/>
              </a:spcAft>
              <a:buClr>
                <a:srgbClr val="5C5C5C"/>
              </a:buClr>
              <a:buSzPts val="1800"/>
              <a:buNone/>
              <a:defRPr sz="1800" b="1">
                <a:solidFill>
                  <a:srgbClr val="5C5C5C"/>
                </a:solidFill>
              </a:defRPr>
            </a:lvl4pPr>
            <a:lvl5pPr lvl="4" algn="l">
              <a:lnSpc>
                <a:spcPct val="100000"/>
              </a:lnSpc>
              <a:spcBef>
                <a:spcPts val="240"/>
              </a:spcBef>
              <a:spcAft>
                <a:spcPts val="0"/>
              </a:spcAft>
              <a:buClr>
                <a:srgbClr val="5C5C5C"/>
              </a:buClr>
              <a:buSzPts val="1800"/>
              <a:buNone/>
              <a:defRPr sz="1800" b="1">
                <a:solidFill>
                  <a:srgbClr val="5C5C5C"/>
                </a:solidFill>
              </a:defRPr>
            </a:lvl5pPr>
            <a:lvl6pPr lvl="5" algn="l">
              <a:lnSpc>
                <a:spcPct val="100000"/>
              </a:lnSpc>
              <a:spcBef>
                <a:spcPts val="400"/>
              </a:spcBef>
              <a:spcAft>
                <a:spcPts val="0"/>
              </a:spcAft>
              <a:buClr>
                <a:srgbClr val="5C5C5C"/>
              </a:buClr>
              <a:buSzPts val="1800"/>
              <a:buNone/>
              <a:defRPr sz="1800" b="1">
                <a:solidFill>
                  <a:srgbClr val="5C5C5C"/>
                </a:solidFill>
              </a:defRPr>
            </a:lvl6pPr>
            <a:lvl7pPr lvl="6" algn="l">
              <a:lnSpc>
                <a:spcPct val="100000"/>
              </a:lnSpc>
              <a:spcBef>
                <a:spcPts val="400"/>
              </a:spcBef>
              <a:spcAft>
                <a:spcPts val="0"/>
              </a:spcAft>
              <a:buClr>
                <a:srgbClr val="5C5C5C"/>
              </a:buClr>
              <a:buSzPts val="1800"/>
              <a:buNone/>
              <a:defRPr sz="1800" b="1">
                <a:solidFill>
                  <a:srgbClr val="5C5C5C"/>
                </a:solidFill>
              </a:defRPr>
            </a:lvl7pPr>
            <a:lvl8pPr lvl="7" algn="l">
              <a:lnSpc>
                <a:spcPct val="100000"/>
              </a:lnSpc>
              <a:spcBef>
                <a:spcPts val="400"/>
              </a:spcBef>
              <a:spcAft>
                <a:spcPts val="0"/>
              </a:spcAft>
              <a:buClr>
                <a:srgbClr val="5C5C5C"/>
              </a:buClr>
              <a:buSzPts val="1800"/>
              <a:buNone/>
              <a:defRPr sz="1800" b="1">
                <a:solidFill>
                  <a:srgbClr val="5C5C5C"/>
                </a:solidFill>
              </a:defRPr>
            </a:lvl8pPr>
            <a:lvl9pPr lvl="8" algn="l">
              <a:lnSpc>
                <a:spcPct val="100000"/>
              </a:lnSpc>
              <a:spcBef>
                <a:spcPts val="400"/>
              </a:spcBef>
              <a:spcAft>
                <a:spcPts val="0"/>
              </a:spcAft>
              <a:buClr>
                <a:srgbClr val="5C5C5C"/>
              </a:buClr>
              <a:buSzPts val="1800"/>
              <a:buNone/>
              <a:defRPr sz="1800" b="1">
                <a:solidFill>
                  <a:srgbClr val="5C5C5C"/>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tandard_Annotated Graphic">
  <p:cSld name="Standard_Annotated Graphic">
    <p:bg>
      <p:bgPr>
        <a:solidFill>
          <a:srgbClr val="FFFFFF"/>
        </a:solidFill>
        <a:effectLst/>
      </p:bgPr>
    </p:bg>
    <p:spTree>
      <p:nvGrpSpPr>
        <p:cNvPr id="1" name="Shape 53"/>
        <p:cNvGrpSpPr/>
        <p:nvPr/>
      </p:nvGrpSpPr>
      <p:grpSpPr>
        <a:xfrm>
          <a:off x="0" y="0"/>
          <a:ext cx="0" cy="0"/>
          <a:chOff x="0" y="0"/>
          <a:chExt cx="0" cy="0"/>
        </a:xfrm>
      </p:grpSpPr>
      <p:sp>
        <p:nvSpPr>
          <p:cNvPr id="54" name="Google Shape;54;p30"/>
          <p:cNvSpPr txBox="1">
            <a:spLocks noGrp="1"/>
          </p:cNvSpPr>
          <p:nvPr>
            <p:ph type="sldNum" idx="12"/>
          </p:nvPr>
        </p:nvSpPr>
        <p:spPr>
          <a:xfrm>
            <a:off x="9072748"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5" name="Google Shape;55;p30"/>
          <p:cNvSpPr txBox="1">
            <a:spLocks noGrp="1"/>
          </p:cNvSpPr>
          <p:nvPr>
            <p:ph type="body" idx="1"/>
          </p:nvPr>
        </p:nvSpPr>
        <p:spPr>
          <a:xfrm>
            <a:off x="403761" y="1825625"/>
            <a:ext cx="667797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6" name="Google Shape;56;p30"/>
          <p:cNvSpPr txBox="1">
            <a:spLocks noGrp="1"/>
          </p:cNvSpPr>
          <p:nvPr>
            <p:ph type="title"/>
          </p:nvPr>
        </p:nvSpPr>
        <p:spPr>
          <a:xfrm>
            <a:off x="403761" y="365126"/>
            <a:ext cx="11412187" cy="620526"/>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3030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p:nvPr/>
        </p:nvSpPr>
        <p:spPr>
          <a:xfrm>
            <a:off x="7412475" y="2286000"/>
            <a:ext cx="1097280" cy="36576"/>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1A1A1A"/>
              </a:solidFill>
              <a:latin typeface="Karla"/>
              <a:ea typeface="Karla"/>
              <a:cs typeface="Karla"/>
              <a:sym typeface="Karla"/>
            </a:endParaRPr>
          </a:p>
        </p:txBody>
      </p:sp>
      <p:sp>
        <p:nvSpPr>
          <p:cNvPr id="58" name="Google Shape;58;p30"/>
          <p:cNvSpPr txBox="1">
            <a:spLocks noGrp="1"/>
          </p:cNvSpPr>
          <p:nvPr>
            <p:ph type="body" idx="2"/>
          </p:nvPr>
        </p:nvSpPr>
        <p:spPr>
          <a:xfrm>
            <a:off x="7307158" y="2399106"/>
            <a:ext cx="4508792" cy="3777857"/>
          </a:xfrm>
          <a:prstGeom prst="rect">
            <a:avLst/>
          </a:prstGeom>
          <a:noFill/>
          <a:ln>
            <a:noFill/>
          </a:ln>
        </p:spPr>
        <p:txBody>
          <a:bodyPr spcFirstLastPara="1" wrap="square" lIns="91425" tIns="45700" rIns="91425" bIns="45700" anchor="t" anchorCtr="0">
            <a:noAutofit/>
          </a:bodyPr>
          <a:lstStyle>
            <a:lvl1pPr marL="457200" lvl="0" indent="-228600" algn="l">
              <a:lnSpc>
                <a:spcPct val="110000"/>
              </a:lnSpc>
              <a:spcBef>
                <a:spcPts val="600"/>
              </a:spcBef>
              <a:spcAft>
                <a:spcPts val="0"/>
              </a:spcAft>
              <a:buClr>
                <a:srgbClr val="303030"/>
              </a:buClr>
              <a:buSzPts val="1400"/>
              <a:buNone/>
              <a:defRPr sz="1400" b="0">
                <a:solidFill>
                  <a:srgbClr val="303030"/>
                </a:solidFill>
                <a:latin typeface="Karla"/>
                <a:ea typeface="Karla"/>
                <a:cs typeface="Karla"/>
                <a:sym typeface="Karla"/>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9" name="Google Shape;59;p30"/>
          <p:cNvSpPr txBox="1">
            <a:spLocks noGrp="1"/>
          </p:cNvSpPr>
          <p:nvPr>
            <p:ph type="subTitle" idx="3"/>
          </p:nvPr>
        </p:nvSpPr>
        <p:spPr>
          <a:xfrm>
            <a:off x="403750" y="985650"/>
            <a:ext cx="11372700" cy="414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360"/>
              </a:spcBef>
              <a:spcAft>
                <a:spcPts val="0"/>
              </a:spcAft>
              <a:buClr>
                <a:schemeClr val="accent1"/>
              </a:buClr>
              <a:buSzPts val="1800"/>
              <a:buNone/>
              <a:defRPr b="1">
                <a:solidFill>
                  <a:schemeClr val="accent1"/>
                </a:solidFill>
              </a:defRPr>
            </a:lvl1pPr>
            <a:lvl2pPr lvl="1" algn="l">
              <a:lnSpc>
                <a:spcPct val="100000"/>
              </a:lnSpc>
              <a:spcBef>
                <a:spcPts val="320"/>
              </a:spcBef>
              <a:spcAft>
                <a:spcPts val="0"/>
              </a:spcAft>
              <a:buClr>
                <a:schemeClr val="accent1"/>
              </a:buClr>
              <a:buSzPts val="1800"/>
              <a:buNone/>
              <a:defRPr sz="1800" b="1">
                <a:solidFill>
                  <a:schemeClr val="accent1"/>
                </a:solidFill>
              </a:defRPr>
            </a:lvl2pPr>
            <a:lvl3pPr lvl="2" algn="l">
              <a:lnSpc>
                <a:spcPct val="100000"/>
              </a:lnSpc>
              <a:spcBef>
                <a:spcPts val="280"/>
              </a:spcBef>
              <a:spcAft>
                <a:spcPts val="0"/>
              </a:spcAft>
              <a:buClr>
                <a:schemeClr val="accent1"/>
              </a:buClr>
              <a:buSzPts val="1800"/>
              <a:buNone/>
              <a:defRPr sz="1800" b="1">
                <a:solidFill>
                  <a:schemeClr val="accent1"/>
                </a:solidFill>
              </a:defRPr>
            </a:lvl3pPr>
            <a:lvl4pPr lvl="3" algn="l">
              <a:lnSpc>
                <a:spcPct val="100000"/>
              </a:lnSpc>
              <a:spcBef>
                <a:spcPts val="240"/>
              </a:spcBef>
              <a:spcAft>
                <a:spcPts val="0"/>
              </a:spcAft>
              <a:buClr>
                <a:schemeClr val="accent1"/>
              </a:buClr>
              <a:buSzPts val="1800"/>
              <a:buNone/>
              <a:defRPr sz="1800" b="1">
                <a:solidFill>
                  <a:schemeClr val="accent1"/>
                </a:solidFill>
              </a:defRPr>
            </a:lvl4pPr>
            <a:lvl5pPr lvl="4" algn="l">
              <a:lnSpc>
                <a:spcPct val="100000"/>
              </a:lnSpc>
              <a:spcBef>
                <a:spcPts val="240"/>
              </a:spcBef>
              <a:spcAft>
                <a:spcPts val="0"/>
              </a:spcAft>
              <a:buClr>
                <a:schemeClr val="accent1"/>
              </a:buClr>
              <a:buSzPts val="1800"/>
              <a:buNone/>
              <a:defRPr sz="1800" b="1">
                <a:solidFill>
                  <a:schemeClr val="accent1"/>
                </a:solidFill>
              </a:defRPr>
            </a:lvl5pPr>
            <a:lvl6pPr lvl="5" algn="l">
              <a:lnSpc>
                <a:spcPct val="100000"/>
              </a:lnSpc>
              <a:spcBef>
                <a:spcPts val="400"/>
              </a:spcBef>
              <a:spcAft>
                <a:spcPts val="0"/>
              </a:spcAft>
              <a:buClr>
                <a:schemeClr val="accent1"/>
              </a:buClr>
              <a:buSzPts val="1800"/>
              <a:buNone/>
              <a:defRPr sz="1800" b="1">
                <a:solidFill>
                  <a:schemeClr val="accent1"/>
                </a:solidFill>
              </a:defRPr>
            </a:lvl6pPr>
            <a:lvl7pPr lvl="6" algn="l">
              <a:lnSpc>
                <a:spcPct val="100000"/>
              </a:lnSpc>
              <a:spcBef>
                <a:spcPts val="400"/>
              </a:spcBef>
              <a:spcAft>
                <a:spcPts val="0"/>
              </a:spcAft>
              <a:buClr>
                <a:schemeClr val="accent1"/>
              </a:buClr>
              <a:buSzPts val="1800"/>
              <a:buNone/>
              <a:defRPr sz="1800" b="1">
                <a:solidFill>
                  <a:schemeClr val="accent1"/>
                </a:solidFill>
              </a:defRPr>
            </a:lvl7pPr>
            <a:lvl8pPr lvl="7" algn="l">
              <a:lnSpc>
                <a:spcPct val="100000"/>
              </a:lnSpc>
              <a:spcBef>
                <a:spcPts val="400"/>
              </a:spcBef>
              <a:spcAft>
                <a:spcPts val="0"/>
              </a:spcAft>
              <a:buClr>
                <a:schemeClr val="accent1"/>
              </a:buClr>
              <a:buSzPts val="1800"/>
              <a:buNone/>
              <a:defRPr sz="1800" b="1">
                <a:solidFill>
                  <a:schemeClr val="accent1"/>
                </a:solidFill>
              </a:defRPr>
            </a:lvl8pPr>
            <a:lvl9pPr lvl="8" algn="l">
              <a:lnSpc>
                <a:spcPct val="100000"/>
              </a:lnSpc>
              <a:spcBef>
                <a:spcPts val="400"/>
              </a:spcBef>
              <a:spcAft>
                <a:spcPts val="0"/>
              </a:spcAft>
              <a:buClr>
                <a:schemeClr val="accent1"/>
              </a:buClr>
              <a:buSzPts val="1800"/>
              <a:buNone/>
              <a:defRPr sz="1800" b="1">
                <a:solidFill>
                  <a:schemeClr val="accent1"/>
                </a:solidFill>
              </a:defRPr>
            </a:lvl9pPr>
          </a:lstStyle>
          <a:p>
            <a:endParaRPr/>
          </a:p>
        </p:txBody>
      </p:sp>
      <p:sp>
        <p:nvSpPr>
          <p:cNvPr id="60" name="Google Shape;60;p30"/>
          <p:cNvSpPr txBox="1">
            <a:spLocks noGrp="1"/>
          </p:cNvSpPr>
          <p:nvPr>
            <p:ph type="subTitle" idx="4"/>
          </p:nvPr>
        </p:nvSpPr>
        <p:spPr>
          <a:xfrm>
            <a:off x="7307075" y="1795475"/>
            <a:ext cx="4508700" cy="414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360"/>
              </a:spcBef>
              <a:spcAft>
                <a:spcPts val="0"/>
              </a:spcAft>
              <a:buClr>
                <a:srgbClr val="5C5C5C"/>
              </a:buClr>
              <a:buSzPts val="1800"/>
              <a:buFont typeface="Cambria"/>
              <a:buNone/>
              <a:defRPr b="1">
                <a:solidFill>
                  <a:srgbClr val="5C5C5C"/>
                </a:solidFill>
                <a:latin typeface="Cambria"/>
                <a:ea typeface="Cambria"/>
                <a:cs typeface="Cambria"/>
                <a:sym typeface="Cambria"/>
              </a:defRPr>
            </a:lvl1pPr>
            <a:lvl2pPr lvl="1" algn="l">
              <a:lnSpc>
                <a:spcPct val="100000"/>
              </a:lnSpc>
              <a:spcBef>
                <a:spcPts val="320"/>
              </a:spcBef>
              <a:spcAft>
                <a:spcPts val="0"/>
              </a:spcAft>
              <a:buClr>
                <a:srgbClr val="5C5C5C"/>
              </a:buClr>
              <a:buSzPts val="1800"/>
              <a:buNone/>
              <a:defRPr sz="1800" b="1">
                <a:solidFill>
                  <a:srgbClr val="5C5C5C"/>
                </a:solidFill>
              </a:defRPr>
            </a:lvl2pPr>
            <a:lvl3pPr lvl="2" algn="l">
              <a:lnSpc>
                <a:spcPct val="100000"/>
              </a:lnSpc>
              <a:spcBef>
                <a:spcPts val="280"/>
              </a:spcBef>
              <a:spcAft>
                <a:spcPts val="0"/>
              </a:spcAft>
              <a:buClr>
                <a:srgbClr val="5C5C5C"/>
              </a:buClr>
              <a:buSzPts val="1800"/>
              <a:buNone/>
              <a:defRPr sz="1800" b="1">
                <a:solidFill>
                  <a:srgbClr val="5C5C5C"/>
                </a:solidFill>
              </a:defRPr>
            </a:lvl3pPr>
            <a:lvl4pPr lvl="3" algn="l">
              <a:lnSpc>
                <a:spcPct val="100000"/>
              </a:lnSpc>
              <a:spcBef>
                <a:spcPts val="240"/>
              </a:spcBef>
              <a:spcAft>
                <a:spcPts val="0"/>
              </a:spcAft>
              <a:buClr>
                <a:srgbClr val="5C5C5C"/>
              </a:buClr>
              <a:buSzPts val="1800"/>
              <a:buNone/>
              <a:defRPr sz="1800" b="1">
                <a:solidFill>
                  <a:srgbClr val="5C5C5C"/>
                </a:solidFill>
              </a:defRPr>
            </a:lvl4pPr>
            <a:lvl5pPr lvl="4" algn="l">
              <a:lnSpc>
                <a:spcPct val="100000"/>
              </a:lnSpc>
              <a:spcBef>
                <a:spcPts val="240"/>
              </a:spcBef>
              <a:spcAft>
                <a:spcPts val="0"/>
              </a:spcAft>
              <a:buClr>
                <a:srgbClr val="5C5C5C"/>
              </a:buClr>
              <a:buSzPts val="1800"/>
              <a:buNone/>
              <a:defRPr sz="1800" b="1">
                <a:solidFill>
                  <a:srgbClr val="5C5C5C"/>
                </a:solidFill>
              </a:defRPr>
            </a:lvl5pPr>
            <a:lvl6pPr lvl="5" algn="l">
              <a:lnSpc>
                <a:spcPct val="100000"/>
              </a:lnSpc>
              <a:spcBef>
                <a:spcPts val="400"/>
              </a:spcBef>
              <a:spcAft>
                <a:spcPts val="0"/>
              </a:spcAft>
              <a:buClr>
                <a:srgbClr val="5C5C5C"/>
              </a:buClr>
              <a:buSzPts val="1800"/>
              <a:buNone/>
              <a:defRPr sz="1800" b="1">
                <a:solidFill>
                  <a:srgbClr val="5C5C5C"/>
                </a:solidFill>
              </a:defRPr>
            </a:lvl6pPr>
            <a:lvl7pPr lvl="6" algn="l">
              <a:lnSpc>
                <a:spcPct val="100000"/>
              </a:lnSpc>
              <a:spcBef>
                <a:spcPts val="400"/>
              </a:spcBef>
              <a:spcAft>
                <a:spcPts val="0"/>
              </a:spcAft>
              <a:buClr>
                <a:srgbClr val="5C5C5C"/>
              </a:buClr>
              <a:buSzPts val="1800"/>
              <a:buNone/>
              <a:defRPr sz="1800" b="1">
                <a:solidFill>
                  <a:srgbClr val="5C5C5C"/>
                </a:solidFill>
              </a:defRPr>
            </a:lvl7pPr>
            <a:lvl8pPr lvl="7" algn="l">
              <a:lnSpc>
                <a:spcPct val="100000"/>
              </a:lnSpc>
              <a:spcBef>
                <a:spcPts val="400"/>
              </a:spcBef>
              <a:spcAft>
                <a:spcPts val="0"/>
              </a:spcAft>
              <a:buClr>
                <a:srgbClr val="5C5C5C"/>
              </a:buClr>
              <a:buSzPts val="1800"/>
              <a:buNone/>
              <a:defRPr sz="1800" b="1">
                <a:solidFill>
                  <a:srgbClr val="5C5C5C"/>
                </a:solidFill>
              </a:defRPr>
            </a:lvl8pPr>
            <a:lvl9pPr lvl="8" algn="l">
              <a:lnSpc>
                <a:spcPct val="100000"/>
              </a:lnSpc>
              <a:spcBef>
                <a:spcPts val="400"/>
              </a:spcBef>
              <a:spcAft>
                <a:spcPts val="0"/>
              </a:spcAft>
              <a:buClr>
                <a:srgbClr val="5C5C5C"/>
              </a:buClr>
              <a:buSzPts val="1800"/>
              <a:buNone/>
              <a:defRPr sz="1800" b="1">
                <a:solidFill>
                  <a:srgbClr val="5C5C5C"/>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solidFill>
        <a:effectLst/>
      </p:bgPr>
    </p:bg>
    <p:spTree>
      <p:nvGrpSpPr>
        <p:cNvPr id="1" name="Shape 61"/>
        <p:cNvGrpSpPr/>
        <p:nvPr/>
      </p:nvGrpSpPr>
      <p:grpSpPr>
        <a:xfrm>
          <a:off x="0" y="0"/>
          <a:ext cx="0" cy="0"/>
          <a:chOff x="0" y="0"/>
          <a:chExt cx="0" cy="0"/>
        </a:xfrm>
      </p:grpSpPr>
      <p:sp>
        <p:nvSpPr>
          <p:cNvPr id="62" name="Google Shape;62;p31"/>
          <p:cNvSpPr txBox="1">
            <a:spLocks noGrp="1"/>
          </p:cNvSpPr>
          <p:nvPr>
            <p:ph type="sldNum" idx="12"/>
          </p:nvPr>
        </p:nvSpPr>
        <p:spPr>
          <a:xfrm>
            <a:off x="9072748"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63" name="Google Shape;63;p31"/>
          <p:cNvSpPr txBox="1">
            <a:spLocks noGrp="1"/>
          </p:cNvSpPr>
          <p:nvPr>
            <p:ph type="title"/>
          </p:nvPr>
        </p:nvSpPr>
        <p:spPr>
          <a:xfrm>
            <a:off x="403761" y="365126"/>
            <a:ext cx="11412187" cy="620526"/>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3030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subTitle" idx="1"/>
          </p:nvPr>
        </p:nvSpPr>
        <p:spPr>
          <a:xfrm>
            <a:off x="403750" y="985650"/>
            <a:ext cx="11372700" cy="414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360"/>
              </a:spcBef>
              <a:spcAft>
                <a:spcPts val="0"/>
              </a:spcAft>
              <a:buClr>
                <a:schemeClr val="accent1"/>
              </a:buClr>
              <a:buSzPts val="1800"/>
              <a:buNone/>
              <a:defRPr b="1">
                <a:solidFill>
                  <a:schemeClr val="accent1"/>
                </a:solidFill>
              </a:defRPr>
            </a:lvl1pPr>
            <a:lvl2pPr lvl="1" algn="l">
              <a:lnSpc>
                <a:spcPct val="100000"/>
              </a:lnSpc>
              <a:spcBef>
                <a:spcPts val="320"/>
              </a:spcBef>
              <a:spcAft>
                <a:spcPts val="0"/>
              </a:spcAft>
              <a:buClr>
                <a:schemeClr val="accent1"/>
              </a:buClr>
              <a:buSzPts val="1800"/>
              <a:buNone/>
              <a:defRPr sz="1800" b="1">
                <a:solidFill>
                  <a:schemeClr val="accent1"/>
                </a:solidFill>
              </a:defRPr>
            </a:lvl2pPr>
            <a:lvl3pPr lvl="2" algn="l">
              <a:lnSpc>
                <a:spcPct val="100000"/>
              </a:lnSpc>
              <a:spcBef>
                <a:spcPts val="280"/>
              </a:spcBef>
              <a:spcAft>
                <a:spcPts val="0"/>
              </a:spcAft>
              <a:buClr>
                <a:schemeClr val="accent1"/>
              </a:buClr>
              <a:buSzPts val="1800"/>
              <a:buNone/>
              <a:defRPr sz="1800" b="1">
                <a:solidFill>
                  <a:schemeClr val="accent1"/>
                </a:solidFill>
              </a:defRPr>
            </a:lvl3pPr>
            <a:lvl4pPr lvl="3" algn="l">
              <a:lnSpc>
                <a:spcPct val="100000"/>
              </a:lnSpc>
              <a:spcBef>
                <a:spcPts val="240"/>
              </a:spcBef>
              <a:spcAft>
                <a:spcPts val="0"/>
              </a:spcAft>
              <a:buClr>
                <a:schemeClr val="accent1"/>
              </a:buClr>
              <a:buSzPts val="1800"/>
              <a:buNone/>
              <a:defRPr sz="1800" b="1">
                <a:solidFill>
                  <a:schemeClr val="accent1"/>
                </a:solidFill>
              </a:defRPr>
            </a:lvl4pPr>
            <a:lvl5pPr lvl="4" algn="l">
              <a:lnSpc>
                <a:spcPct val="100000"/>
              </a:lnSpc>
              <a:spcBef>
                <a:spcPts val="240"/>
              </a:spcBef>
              <a:spcAft>
                <a:spcPts val="0"/>
              </a:spcAft>
              <a:buClr>
                <a:schemeClr val="accent1"/>
              </a:buClr>
              <a:buSzPts val="1800"/>
              <a:buNone/>
              <a:defRPr sz="1800" b="1">
                <a:solidFill>
                  <a:schemeClr val="accent1"/>
                </a:solidFill>
              </a:defRPr>
            </a:lvl5pPr>
            <a:lvl6pPr lvl="5" algn="l">
              <a:lnSpc>
                <a:spcPct val="100000"/>
              </a:lnSpc>
              <a:spcBef>
                <a:spcPts val="400"/>
              </a:spcBef>
              <a:spcAft>
                <a:spcPts val="0"/>
              </a:spcAft>
              <a:buClr>
                <a:schemeClr val="accent1"/>
              </a:buClr>
              <a:buSzPts val="1800"/>
              <a:buNone/>
              <a:defRPr sz="1800" b="1">
                <a:solidFill>
                  <a:schemeClr val="accent1"/>
                </a:solidFill>
              </a:defRPr>
            </a:lvl6pPr>
            <a:lvl7pPr lvl="6" algn="l">
              <a:lnSpc>
                <a:spcPct val="100000"/>
              </a:lnSpc>
              <a:spcBef>
                <a:spcPts val="400"/>
              </a:spcBef>
              <a:spcAft>
                <a:spcPts val="0"/>
              </a:spcAft>
              <a:buClr>
                <a:schemeClr val="accent1"/>
              </a:buClr>
              <a:buSzPts val="1800"/>
              <a:buNone/>
              <a:defRPr sz="1800" b="1">
                <a:solidFill>
                  <a:schemeClr val="accent1"/>
                </a:solidFill>
              </a:defRPr>
            </a:lvl7pPr>
            <a:lvl8pPr lvl="7" algn="l">
              <a:lnSpc>
                <a:spcPct val="100000"/>
              </a:lnSpc>
              <a:spcBef>
                <a:spcPts val="400"/>
              </a:spcBef>
              <a:spcAft>
                <a:spcPts val="0"/>
              </a:spcAft>
              <a:buClr>
                <a:schemeClr val="accent1"/>
              </a:buClr>
              <a:buSzPts val="1800"/>
              <a:buNone/>
              <a:defRPr sz="1800" b="1">
                <a:solidFill>
                  <a:schemeClr val="accent1"/>
                </a:solidFill>
              </a:defRPr>
            </a:lvl8pPr>
            <a:lvl9pPr lvl="8" algn="l">
              <a:lnSpc>
                <a:spcPct val="100000"/>
              </a:lnSpc>
              <a:spcBef>
                <a:spcPts val="400"/>
              </a:spcBef>
              <a:spcAft>
                <a:spcPts val="0"/>
              </a:spcAft>
              <a:buClr>
                <a:schemeClr val="accent1"/>
              </a:buClr>
              <a:buSzPts val="1800"/>
              <a:buNone/>
              <a:defRPr sz="1800" b="1">
                <a:solidFill>
                  <a:schemeClr val="accen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65"/>
        <p:cNvGrpSpPr/>
        <p:nvPr/>
      </p:nvGrpSpPr>
      <p:grpSpPr>
        <a:xfrm>
          <a:off x="0" y="0"/>
          <a:ext cx="0" cy="0"/>
          <a:chOff x="0" y="0"/>
          <a:chExt cx="0" cy="0"/>
        </a:xfrm>
      </p:grpSpPr>
      <p:sp>
        <p:nvSpPr>
          <p:cNvPr id="66" name="Google Shape;66;g3f84ffdcb31_0_550"/>
          <p:cNvSpPr/>
          <p:nvPr/>
        </p:nvSpPr>
        <p:spPr>
          <a:xfrm>
            <a:off x="308347" y="-1"/>
            <a:ext cx="6096000" cy="6858000"/>
          </a:xfrm>
          <a:prstGeom prst="rect">
            <a:avLst/>
          </a:prstGeom>
          <a:solidFill>
            <a:schemeClr val="lt1">
              <a:alpha val="89410"/>
            </a:schemeClr>
          </a:solidFill>
          <a:ln>
            <a:noFill/>
          </a:ln>
          <a:effectLst>
            <a:outerShdw blurRad="84667" dist="33867" dir="2700000" algn="tl" rotWithShape="0">
              <a:srgbClr val="000000">
                <a:alpha val="2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 name="Google Shape;67;g3f84ffdcb31_0_550"/>
          <p:cNvSpPr txBox="1">
            <a:spLocks noGrp="1"/>
          </p:cNvSpPr>
          <p:nvPr>
            <p:ph type="body" idx="1"/>
          </p:nvPr>
        </p:nvSpPr>
        <p:spPr>
          <a:xfrm>
            <a:off x="812800" y="309497"/>
            <a:ext cx="5239200" cy="1455600"/>
          </a:xfrm>
          <a:prstGeom prst="rect">
            <a:avLst/>
          </a:prstGeom>
          <a:noFill/>
          <a:ln>
            <a:noFill/>
          </a:ln>
        </p:spPr>
        <p:txBody>
          <a:bodyPr spcFirstLastPara="1" wrap="square" lIns="0" tIns="0" rIns="121900" bIns="0" anchor="b" anchorCtr="0">
            <a:normAutofit/>
          </a:bodyPr>
          <a:lstStyle>
            <a:lvl1pPr marL="457200" lvl="0" indent="-228600" algn="l">
              <a:lnSpc>
                <a:spcPct val="100000"/>
              </a:lnSpc>
              <a:spcBef>
                <a:spcPts val="0"/>
              </a:spcBef>
              <a:spcAft>
                <a:spcPts val="0"/>
              </a:spcAft>
              <a:buClr>
                <a:schemeClr val="accent1"/>
              </a:buClr>
              <a:buSzPts val="4300"/>
              <a:buNone/>
              <a:defRPr sz="4300" b="1" i="0">
                <a:solidFill>
                  <a:schemeClr val="accent1"/>
                </a:solidFill>
                <a:latin typeface="Montserrat"/>
                <a:ea typeface="Montserrat"/>
                <a:cs typeface="Montserrat"/>
                <a:sym typeface="Montserrat"/>
              </a:defRPr>
            </a:lvl1pPr>
            <a:lvl2pPr marL="914400" lvl="1" indent="-228600" algn="l">
              <a:lnSpc>
                <a:spcPct val="100000"/>
              </a:lnSpc>
              <a:spcBef>
                <a:spcPts val="0"/>
              </a:spcBef>
              <a:spcAft>
                <a:spcPts val="0"/>
              </a:spcAft>
              <a:buClr>
                <a:schemeClr val="dk1"/>
              </a:buClr>
              <a:buSzPts val="2400"/>
              <a:buNone/>
              <a:defRPr/>
            </a:lvl2pPr>
            <a:lvl3pPr marL="1371600" lvl="2" indent="-228600" algn="l">
              <a:lnSpc>
                <a:spcPct val="100000"/>
              </a:lnSpc>
              <a:spcBef>
                <a:spcPts val="1300"/>
              </a:spcBef>
              <a:spcAft>
                <a:spcPts val="0"/>
              </a:spcAft>
              <a:buClr>
                <a:schemeClr val="dk1"/>
              </a:buClr>
              <a:buSzPts val="2400"/>
              <a:buNone/>
              <a:defRPr/>
            </a:lvl3pPr>
            <a:lvl4pPr marL="1828800" lvl="3" indent="-381000" algn="l">
              <a:lnSpc>
                <a:spcPct val="100000"/>
              </a:lnSpc>
              <a:spcBef>
                <a:spcPts val="1600"/>
              </a:spcBef>
              <a:spcAft>
                <a:spcPts val="0"/>
              </a:spcAft>
              <a:buClr>
                <a:schemeClr val="dk1"/>
              </a:buClr>
              <a:buSzPts val="2400"/>
              <a:buChar char="•"/>
              <a:defRPr/>
            </a:lvl4pPr>
            <a:lvl5pPr marL="2286000" lvl="4" indent="-381000" algn="l">
              <a:lnSpc>
                <a:spcPct val="100000"/>
              </a:lnSpc>
              <a:spcBef>
                <a:spcPts val="1600"/>
              </a:spcBef>
              <a:spcAft>
                <a:spcPts val="0"/>
              </a:spcAft>
              <a:buClr>
                <a:schemeClr val="dk1"/>
              </a:buClr>
              <a:buSzPts val="2400"/>
              <a:buChar char="⎯"/>
              <a:defRPr/>
            </a:lvl5pPr>
            <a:lvl6pPr marL="2743200" lvl="5" indent="-381000" algn="l">
              <a:lnSpc>
                <a:spcPct val="100000"/>
              </a:lnSpc>
              <a:spcBef>
                <a:spcPts val="500"/>
              </a:spcBef>
              <a:spcAft>
                <a:spcPts val="0"/>
              </a:spcAft>
              <a:buClr>
                <a:schemeClr val="dk1"/>
              </a:buClr>
              <a:buSzPts val="2400"/>
              <a:buChar char="•"/>
              <a:defRPr/>
            </a:lvl6pPr>
            <a:lvl7pPr marL="3200400" lvl="6" indent="-381000" algn="l">
              <a:lnSpc>
                <a:spcPct val="100000"/>
              </a:lnSpc>
              <a:spcBef>
                <a:spcPts val="500"/>
              </a:spcBef>
              <a:spcAft>
                <a:spcPts val="0"/>
              </a:spcAft>
              <a:buClr>
                <a:schemeClr val="dk1"/>
              </a:buClr>
              <a:buSzPts val="2400"/>
              <a:buChar char="•"/>
              <a:defRPr/>
            </a:lvl7pPr>
            <a:lvl8pPr marL="3657600" lvl="7" indent="-381000" algn="l">
              <a:lnSpc>
                <a:spcPct val="100000"/>
              </a:lnSpc>
              <a:spcBef>
                <a:spcPts val="500"/>
              </a:spcBef>
              <a:spcAft>
                <a:spcPts val="0"/>
              </a:spcAft>
              <a:buClr>
                <a:schemeClr val="dk1"/>
              </a:buClr>
              <a:buSzPts val="2400"/>
              <a:buChar char="•"/>
              <a:defRPr/>
            </a:lvl8pPr>
            <a:lvl9pPr marL="4114800" lvl="8" indent="-381000" algn="l">
              <a:lnSpc>
                <a:spcPct val="100000"/>
              </a:lnSpc>
              <a:spcBef>
                <a:spcPts val="500"/>
              </a:spcBef>
              <a:spcAft>
                <a:spcPts val="0"/>
              </a:spcAft>
              <a:buClr>
                <a:schemeClr val="dk1"/>
              </a:buClr>
              <a:buSzPts val="2400"/>
              <a:buChar char="•"/>
              <a:defRPr/>
            </a:lvl9pPr>
          </a:lstStyle>
          <a:p>
            <a:endParaRPr/>
          </a:p>
        </p:txBody>
      </p:sp>
      <p:sp>
        <p:nvSpPr>
          <p:cNvPr id="68" name="Google Shape;68;g3f84ffdcb31_0_550"/>
          <p:cNvSpPr txBox="1">
            <a:spLocks noGrp="1"/>
          </p:cNvSpPr>
          <p:nvPr>
            <p:ph type="body" idx="2"/>
          </p:nvPr>
        </p:nvSpPr>
        <p:spPr>
          <a:xfrm>
            <a:off x="812801" y="1765234"/>
            <a:ext cx="5247900" cy="796800"/>
          </a:xfrm>
          <a:prstGeom prst="rect">
            <a:avLst/>
          </a:prstGeom>
          <a:noFill/>
          <a:ln>
            <a:noFill/>
          </a:ln>
        </p:spPr>
        <p:txBody>
          <a:bodyPr spcFirstLastPara="1" wrap="square" lIns="0" tIns="304800" rIns="121900" bIns="0" anchor="t" anchorCtr="0">
            <a:normAutofit/>
          </a:bodyPr>
          <a:lstStyle>
            <a:lvl1pPr marL="457200" lvl="0" indent="-228600" algn="l">
              <a:lnSpc>
                <a:spcPct val="110000"/>
              </a:lnSpc>
              <a:spcBef>
                <a:spcPts val="0"/>
              </a:spcBef>
              <a:spcAft>
                <a:spcPts val="0"/>
              </a:spcAft>
              <a:buClr>
                <a:schemeClr val="dk2"/>
              </a:buClr>
              <a:buSzPts val="1700"/>
              <a:buNone/>
              <a:defRPr sz="1700" b="0" i="0">
                <a:solidFill>
                  <a:schemeClr val="dk2"/>
                </a:solidFill>
                <a:latin typeface="Arial"/>
                <a:ea typeface="Arial"/>
                <a:cs typeface="Arial"/>
                <a:sym typeface="Arial"/>
              </a:defRPr>
            </a:lvl1pPr>
            <a:lvl2pPr marL="914400" lvl="1" indent="-228600" algn="l">
              <a:lnSpc>
                <a:spcPct val="100000"/>
              </a:lnSpc>
              <a:spcBef>
                <a:spcPts val="0"/>
              </a:spcBef>
              <a:spcAft>
                <a:spcPts val="0"/>
              </a:spcAft>
              <a:buClr>
                <a:schemeClr val="dk1"/>
              </a:buClr>
              <a:buSzPts val="2400"/>
              <a:buNone/>
              <a:defRPr/>
            </a:lvl2pPr>
            <a:lvl3pPr marL="1371600" lvl="2" indent="-228600" algn="l">
              <a:lnSpc>
                <a:spcPct val="100000"/>
              </a:lnSpc>
              <a:spcBef>
                <a:spcPts val="1300"/>
              </a:spcBef>
              <a:spcAft>
                <a:spcPts val="0"/>
              </a:spcAft>
              <a:buClr>
                <a:schemeClr val="dk1"/>
              </a:buClr>
              <a:buSzPts val="2400"/>
              <a:buNone/>
              <a:defRPr/>
            </a:lvl3pPr>
            <a:lvl4pPr marL="1828800" lvl="3" indent="-381000" algn="l">
              <a:lnSpc>
                <a:spcPct val="100000"/>
              </a:lnSpc>
              <a:spcBef>
                <a:spcPts val="1600"/>
              </a:spcBef>
              <a:spcAft>
                <a:spcPts val="0"/>
              </a:spcAft>
              <a:buClr>
                <a:schemeClr val="dk1"/>
              </a:buClr>
              <a:buSzPts val="2400"/>
              <a:buChar char="•"/>
              <a:defRPr/>
            </a:lvl4pPr>
            <a:lvl5pPr marL="2286000" lvl="4" indent="-381000" algn="l">
              <a:lnSpc>
                <a:spcPct val="100000"/>
              </a:lnSpc>
              <a:spcBef>
                <a:spcPts val="1600"/>
              </a:spcBef>
              <a:spcAft>
                <a:spcPts val="0"/>
              </a:spcAft>
              <a:buClr>
                <a:schemeClr val="dk1"/>
              </a:buClr>
              <a:buSzPts val="2400"/>
              <a:buChar char="⎯"/>
              <a:defRPr/>
            </a:lvl5pPr>
            <a:lvl6pPr marL="2743200" lvl="5" indent="-381000" algn="l">
              <a:lnSpc>
                <a:spcPct val="100000"/>
              </a:lnSpc>
              <a:spcBef>
                <a:spcPts val="500"/>
              </a:spcBef>
              <a:spcAft>
                <a:spcPts val="0"/>
              </a:spcAft>
              <a:buClr>
                <a:schemeClr val="dk1"/>
              </a:buClr>
              <a:buSzPts val="2400"/>
              <a:buChar char="•"/>
              <a:defRPr/>
            </a:lvl6pPr>
            <a:lvl7pPr marL="3200400" lvl="6" indent="-381000" algn="l">
              <a:lnSpc>
                <a:spcPct val="100000"/>
              </a:lnSpc>
              <a:spcBef>
                <a:spcPts val="500"/>
              </a:spcBef>
              <a:spcAft>
                <a:spcPts val="0"/>
              </a:spcAft>
              <a:buClr>
                <a:schemeClr val="dk1"/>
              </a:buClr>
              <a:buSzPts val="2400"/>
              <a:buChar char="•"/>
              <a:defRPr/>
            </a:lvl7pPr>
            <a:lvl8pPr marL="3657600" lvl="7" indent="-381000" algn="l">
              <a:lnSpc>
                <a:spcPct val="100000"/>
              </a:lnSpc>
              <a:spcBef>
                <a:spcPts val="500"/>
              </a:spcBef>
              <a:spcAft>
                <a:spcPts val="0"/>
              </a:spcAft>
              <a:buClr>
                <a:schemeClr val="dk1"/>
              </a:buClr>
              <a:buSzPts val="2400"/>
              <a:buChar char="•"/>
              <a:defRPr/>
            </a:lvl8pPr>
            <a:lvl9pPr marL="4114800" lvl="8" indent="-381000" algn="l">
              <a:lnSpc>
                <a:spcPct val="100000"/>
              </a:lnSpc>
              <a:spcBef>
                <a:spcPts val="500"/>
              </a:spcBef>
              <a:spcAft>
                <a:spcPts val="0"/>
              </a:spcAft>
              <a:buClr>
                <a:schemeClr val="dk1"/>
              </a:buClr>
              <a:buSzPts val="24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KMSA Content">
  <p:cSld name="Basic Text Page">
    <p:spTree>
      <p:nvGrpSpPr>
        <p:cNvPr id="1" name="Shape 69"/>
        <p:cNvGrpSpPr/>
        <p:nvPr/>
      </p:nvGrpSpPr>
      <p:grpSpPr>
        <a:xfrm>
          <a:off x="0" y="0"/>
          <a:ext cx="0" cy="0"/>
          <a:chOff x="0" y="0"/>
          <a:chExt cx="0" cy="0"/>
        </a:xfrm>
      </p:grpSpPr>
      <p:sp>
        <p:nvSpPr>
          <p:cNvPr id="70" name="Google Shape;70;g3f84ffdcb31_0_554"/>
          <p:cNvSpPr txBox="1">
            <a:spLocks noGrp="1"/>
          </p:cNvSpPr>
          <p:nvPr>
            <p:ph type="title"/>
          </p:nvPr>
        </p:nvSpPr>
        <p:spPr>
          <a:xfrm>
            <a:off x="0" y="0"/>
            <a:ext cx="12192000" cy="954000"/>
          </a:xfrm>
          <a:prstGeom prst="rect">
            <a:avLst/>
          </a:prstGeom>
          <a:solidFill>
            <a:srgbClr val="1C4587"/>
          </a:solidFill>
          <a:ln>
            <a:noFill/>
          </a:ln>
        </p:spPr>
        <p:txBody>
          <a:bodyPr spcFirstLastPara="1" wrap="square" lIns="609600" tIns="60925" rIns="609600" bIns="304800" anchor="ctr" anchorCtr="0">
            <a:noAutofit/>
          </a:bodyPr>
          <a:lstStyle>
            <a:lvl1pPr lvl="0" algn="ctr">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1" name="Google Shape;71;g3f84ffdcb31_0_554"/>
          <p:cNvSpPr txBox="1">
            <a:spLocks noGrp="1"/>
          </p:cNvSpPr>
          <p:nvPr>
            <p:ph type="sldNum" idx="12"/>
          </p:nvPr>
        </p:nvSpPr>
        <p:spPr>
          <a:xfrm>
            <a:off x="10492403" y="6356350"/>
            <a:ext cx="1089900" cy="3651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100"/>
              <a:buFont typeface="Arial"/>
              <a:buNone/>
              <a:defRPr sz="1100" b="1" i="0" u="none" strike="noStrike" cap="none">
                <a:solidFill>
                  <a:schemeClr val="accent1"/>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100"/>
              <a:buFont typeface="Arial"/>
              <a:buNone/>
              <a:defRPr sz="1100" b="1" i="0" u="none" strike="noStrike" cap="none">
                <a:solidFill>
                  <a:schemeClr val="accent1"/>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100"/>
              <a:buFont typeface="Arial"/>
              <a:buNone/>
              <a:defRPr sz="1100" b="1" i="0" u="none" strike="noStrike" cap="none">
                <a:solidFill>
                  <a:schemeClr val="accent1"/>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100"/>
              <a:buFont typeface="Arial"/>
              <a:buNone/>
              <a:defRPr sz="1100" b="1" i="0" u="none" strike="noStrike" cap="none">
                <a:solidFill>
                  <a:schemeClr val="accent1"/>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100"/>
              <a:buFont typeface="Arial"/>
              <a:buNone/>
              <a:defRPr sz="1100" b="1" i="0" u="none" strike="noStrike" cap="none">
                <a:solidFill>
                  <a:schemeClr val="accent1"/>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100"/>
              <a:buFont typeface="Arial"/>
              <a:buNone/>
              <a:defRPr sz="1100" b="1" i="0" u="none" strike="noStrike" cap="none">
                <a:solidFill>
                  <a:schemeClr val="accent1"/>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100"/>
              <a:buFont typeface="Arial"/>
              <a:buNone/>
              <a:defRPr sz="1100" b="1" i="0" u="none" strike="noStrike" cap="none">
                <a:solidFill>
                  <a:schemeClr val="accent1"/>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100"/>
              <a:buFont typeface="Arial"/>
              <a:buNone/>
              <a:defRPr sz="1100" b="1" i="0" u="none" strike="noStrike" cap="none">
                <a:solidFill>
                  <a:schemeClr val="accent1"/>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100"/>
              <a:buFont typeface="Arial"/>
              <a:buNone/>
              <a:defRPr sz="1100" b="1" i="0" u="none" strike="noStrike" cap="none">
                <a:solidFill>
                  <a:schemeClr val="accen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72" name="Google Shape;72;g3f84ffdcb31_0_554"/>
          <p:cNvSpPr txBox="1">
            <a:spLocks noGrp="1"/>
          </p:cNvSpPr>
          <p:nvPr>
            <p:ph type="body" idx="1"/>
          </p:nvPr>
        </p:nvSpPr>
        <p:spPr>
          <a:xfrm>
            <a:off x="593425" y="1165950"/>
            <a:ext cx="9510300" cy="5027100"/>
          </a:xfrm>
          <a:prstGeom prst="rect">
            <a:avLst/>
          </a:prstGeom>
          <a:noFill/>
          <a:ln>
            <a:noFill/>
          </a:ln>
        </p:spPr>
        <p:txBody>
          <a:bodyPr spcFirstLastPara="1" wrap="square" lIns="0" tIns="0" rIns="121900" bIns="0" anchor="t" anchorCtr="0">
            <a:normAutofit/>
          </a:bodyPr>
          <a:lstStyle>
            <a:lvl1pPr marL="457200" lvl="0" indent="-228600" algn="l">
              <a:lnSpc>
                <a:spcPct val="100000"/>
              </a:lnSpc>
              <a:spcBef>
                <a:spcPts val="0"/>
              </a:spcBef>
              <a:spcAft>
                <a:spcPts val="0"/>
              </a:spcAft>
              <a:buClr>
                <a:schemeClr val="dk1"/>
              </a:buClr>
              <a:buSzPts val="2100"/>
              <a:buNone/>
              <a:defRPr sz="2100" b="0">
                <a:solidFill>
                  <a:schemeClr val="dk1"/>
                </a:solidFill>
              </a:defRPr>
            </a:lvl1pPr>
            <a:lvl2pPr marL="914400" lvl="1" indent="-330200" algn="l">
              <a:lnSpc>
                <a:spcPct val="100000"/>
              </a:lnSpc>
              <a:spcBef>
                <a:spcPts val="1100"/>
              </a:spcBef>
              <a:spcAft>
                <a:spcPts val="0"/>
              </a:spcAft>
              <a:buClr>
                <a:schemeClr val="accent1"/>
              </a:buClr>
              <a:buSzPts val="1600"/>
              <a:buFont typeface="Arial"/>
              <a:buChar char="•"/>
              <a:defRPr sz="2100" b="0">
                <a:solidFill>
                  <a:schemeClr val="dk1"/>
                </a:solidFill>
              </a:defRPr>
            </a:lvl2pPr>
            <a:lvl3pPr marL="1371600" lvl="2" indent="-228600" algn="l">
              <a:lnSpc>
                <a:spcPct val="100000"/>
              </a:lnSpc>
              <a:spcBef>
                <a:spcPts val="1100"/>
              </a:spcBef>
              <a:spcAft>
                <a:spcPts val="0"/>
              </a:spcAft>
              <a:buClr>
                <a:schemeClr val="dk1"/>
              </a:buClr>
              <a:buSzPts val="2100"/>
              <a:buNone/>
              <a:defRPr/>
            </a:lvl3pPr>
            <a:lvl4pPr marL="1828800" lvl="3" indent="-228600" algn="l">
              <a:lnSpc>
                <a:spcPct val="100000"/>
              </a:lnSpc>
              <a:spcBef>
                <a:spcPts val="1600"/>
              </a:spcBef>
              <a:spcAft>
                <a:spcPts val="0"/>
              </a:spcAft>
              <a:buClr>
                <a:schemeClr val="dk1"/>
              </a:buClr>
              <a:buSzPts val="1600"/>
              <a:buNone/>
              <a:defRPr/>
            </a:lvl4pPr>
            <a:lvl5pPr marL="2286000" lvl="4" indent="-228600" algn="l">
              <a:lnSpc>
                <a:spcPct val="100000"/>
              </a:lnSpc>
              <a:spcBef>
                <a:spcPts val="1600"/>
              </a:spcBef>
              <a:spcAft>
                <a:spcPts val="0"/>
              </a:spcAft>
              <a:buClr>
                <a:schemeClr val="dk1"/>
              </a:buClr>
              <a:buSzPts val="1300"/>
              <a:buNone/>
              <a:defRPr/>
            </a:lvl5pPr>
            <a:lvl6pPr marL="2743200" lvl="5" indent="-381000" algn="l">
              <a:lnSpc>
                <a:spcPct val="100000"/>
              </a:lnSpc>
              <a:spcBef>
                <a:spcPts val="500"/>
              </a:spcBef>
              <a:spcAft>
                <a:spcPts val="0"/>
              </a:spcAft>
              <a:buClr>
                <a:schemeClr val="dk1"/>
              </a:buClr>
              <a:buSzPts val="2400"/>
              <a:buChar char="•"/>
              <a:defRPr/>
            </a:lvl6pPr>
            <a:lvl7pPr marL="3200400" lvl="6" indent="-381000" algn="l">
              <a:lnSpc>
                <a:spcPct val="100000"/>
              </a:lnSpc>
              <a:spcBef>
                <a:spcPts val="500"/>
              </a:spcBef>
              <a:spcAft>
                <a:spcPts val="0"/>
              </a:spcAft>
              <a:buClr>
                <a:schemeClr val="dk1"/>
              </a:buClr>
              <a:buSzPts val="2400"/>
              <a:buChar char="•"/>
              <a:defRPr/>
            </a:lvl7pPr>
            <a:lvl8pPr marL="3657600" lvl="7" indent="-381000" algn="l">
              <a:lnSpc>
                <a:spcPct val="100000"/>
              </a:lnSpc>
              <a:spcBef>
                <a:spcPts val="500"/>
              </a:spcBef>
              <a:spcAft>
                <a:spcPts val="0"/>
              </a:spcAft>
              <a:buClr>
                <a:schemeClr val="dk1"/>
              </a:buClr>
              <a:buSzPts val="2400"/>
              <a:buChar char="•"/>
              <a:defRPr/>
            </a:lvl8pPr>
            <a:lvl9pPr marL="4114800" lvl="8" indent="-381000" algn="l">
              <a:lnSpc>
                <a:spcPct val="100000"/>
              </a:lnSpc>
              <a:spcBef>
                <a:spcPts val="500"/>
              </a:spcBef>
              <a:spcAft>
                <a:spcPts val="0"/>
              </a:spcAft>
              <a:buClr>
                <a:schemeClr val="dk1"/>
              </a:buClr>
              <a:buSzPts val="2400"/>
              <a:buChar char="•"/>
              <a:defRPr/>
            </a:lvl9pPr>
          </a:lstStyle>
          <a:p>
            <a:endParaRPr/>
          </a:p>
        </p:txBody>
      </p:sp>
      <p:sp>
        <p:nvSpPr>
          <p:cNvPr id="73" name="Google Shape;73;g3f84ffdcb31_0_554"/>
          <p:cNvSpPr txBox="1">
            <a:spLocks noGrp="1"/>
          </p:cNvSpPr>
          <p:nvPr>
            <p:ph type="subTitle" idx="2"/>
          </p:nvPr>
        </p:nvSpPr>
        <p:spPr>
          <a:xfrm>
            <a:off x="409640" y="549774"/>
            <a:ext cx="11372700" cy="812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360"/>
              </a:spcBef>
              <a:spcAft>
                <a:spcPts val="0"/>
              </a:spcAft>
              <a:buClr>
                <a:srgbClr val="D7EAE9"/>
              </a:buClr>
              <a:buSzPts val="1800"/>
              <a:buNone/>
              <a:defRPr b="1">
                <a:solidFill>
                  <a:srgbClr val="D7EAE9"/>
                </a:solidFill>
              </a:defRPr>
            </a:lvl1pPr>
            <a:lvl2pPr lvl="1" algn="l">
              <a:lnSpc>
                <a:spcPct val="100000"/>
              </a:lnSpc>
              <a:spcBef>
                <a:spcPts val="320"/>
              </a:spcBef>
              <a:spcAft>
                <a:spcPts val="0"/>
              </a:spcAft>
              <a:buClr>
                <a:schemeClr val="accent1"/>
              </a:buClr>
              <a:buSzPts val="1800"/>
              <a:buNone/>
              <a:defRPr sz="1800" b="1">
                <a:solidFill>
                  <a:schemeClr val="accent1"/>
                </a:solidFill>
              </a:defRPr>
            </a:lvl2pPr>
            <a:lvl3pPr lvl="2" algn="l">
              <a:lnSpc>
                <a:spcPct val="100000"/>
              </a:lnSpc>
              <a:spcBef>
                <a:spcPts val="280"/>
              </a:spcBef>
              <a:spcAft>
                <a:spcPts val="0"/>
              </a:spcAft>
              <a:buClr>
                <a:schemeClr val="accent1"/>
              </a:buClr>
              <a:buSzPts val="1800"/>
              <a:buNone/>
              <a:defRPr sz="1800" b="1">
                <a:solidFill>
                  <a:schemeClr val="accent1"/>
                </a:solidFill>
              </a:defRPr>
            </a:lvl3pPr>
            <a:lvl4pPr lvl="3" algn="l">
              <a:lnSpc>
                <a:spcPct val="100000"/>
              </a:lnSpc>
              <a:spcBef>
                <a:spcPts val="240"/>
              </a:spcBef>
              <a:spcAft>
                <a:spcPts val="0"/>
              </a:spcAft>
              <a:buClr>
                <a:schemeClr val="accent1"/>
              </a:buClr>
              <a:buSzPts val="1800"/>
              <a:buNone/>
              <a:defRPr sz="1800" b="1">
                <a:solidFill>
                  <a:schemeClr val="accent1"/>
                </a:solidFill>
              </a:defRPr>
            </a:lvl4pPr>
            <a:lvl5pPr lvl="4" algn="l">
              <a:lnSpc>
                <a:spcPct val="100000"/>
              </a:lnSpc>
              <a:spcBef>
                <a:spcPts val="240"/>
              </a:spcBef>
              <a:spcAft>
                <a:spcPts val="0"/>
              </a:spcAft>
              <a:buClr>
                <a:schemeClr val="accent1"/>
              </a:buClr>
              <a:buSzPts val="1800"/>
              <a:buNone/>
              <a:defRPr sz="1800" b="1">
                <a:solidFill>
                  <a:schemeClr val="accent1"/>
                </a:solidFill>
              </a:defRPr>
            </a:lvl5pPr>
            <a:lvl6pPr lvl="5" algn="l">
              <a:lnSpc>
                <a:spcPct val="100000"/>
              </a:lnSpc>
              <a:spcBef>
                <a:spcPts val="400"/>
              </a:spcBef>
              <a:spcAft>
                <a:spcPts val="0"/>
              </a:spcAft>
              <a:buClr>
                <a:schemeClr val="accent1"/>
              </a:buClr>
              <a:buSzPts val="1800"/>
              <a:buNone/>
              <a:defRPr sz="1800" b="1">
                <a:solidFill>
                  <a:schemeClr val="accent1"/>
                </a:solidFill>
              </a:defRPr>
            </a:lvl6pPr>
            <a:lvl7pPr lvl="6" algn="l">
              <a:lnSpc>
                <a:spcPct val="100000"/>
              </a:lnSpc>
              <a:spcBef>
                <a:spcPts val="400"/>
              </a:spcBef>
              <a:spcAft>
                <a:spcPts val="0"/>
              </a:spcAft>
              <a:buClr>
                <a:schemeClr val="accent1"/>
              </a:buClr>
              <a:buSzPts val="1800"/>
              <a:buNone/>
              <a:defRPr sz="1800" b="1">
                <a:solidFill>
                  <a:schemeClr val="accent1"/>
                </a:solidFill>
              </a:defRPr>
            </a:lvl7pPr>
            <a:lvl8pPr lvl="7" algn="l">
              <a:lnSpc>
                <a:spcPct val="100000"/>
              </a:lnSpc>
              <a:spcBef>
                <a:spcPts val="400"/>
              </a:spcBef>
              <a:spcAft>
                <a:spcPts val="0"/>
              </a:spcAft>
              <a:buClr>
                <a:schemeClr val="accent1"/>
              </a:buClr>
              <a:buSzPts val="1800"/>
              <a:buNone/>
              <a:defRPr sz="1800" b="1">
                <a:solidFill>
                  <a:schemeClr val="accent1"/>
                </a:solidFill>
              </a:defRPr>
            </a:lvl8pPr>
            <a:lvl9pPr lvl="8" algn="l">
              <a:lnSpc>
                <a:spcPct val="100000"/>
              </a:lnSpc>
              <a:spcBef>
                <a:spcPts val="400"/>
              </a:spcBef>
              <a:spcAft>
                <a:spcPts val="0"/>
              </a:spcAft>
              <a:buClr>
                <a:schemeClr val="accent1"/>
              </a:buClr>
              <a:buSzPts val="1800"/>
              <a:buNone/>
              <a:defRPr sz="1800" b="1">
                <a:solidFill>
                  <a:schemeClr val="accent1"/>
                </a:solidFill>
              </a:defRPr>
            </a:lvl9pPr>
          </a:lstStyle>
          <a:p>
            <a:endParaRPr/>
          </a:p>
        </p:txBody>
      </p:sp>
      <p:grpSp>
        <p:nvGrpSpPr>
          <p:cNvPr id="74" name="Google Shape;74;g3f84ffdcb31_0_554"/>
          <p:cNvGrpSpPr/>
          <p:nvPr/>
        </p:nvGrpSpPr>
        <p:grpSpPr>
          <a:xfrm>
            <a:off x="11598513" y="6144040"/>
            <a:ext cx="718320" cy="861060"/>
            <a:chOff x="8429400" y="6000540"/>
            <a:chExt cx="718320" cy="861060"/>
          </a:xfrm>
        </p:grpSpPr>
        <p:cxnSp>
          <p:nvCxnSpPr>
            <p:cNvPr id="75" name="Google Shape;75;g3f84ffdcb31_0_554"/>
            <p:cNvCxnSpPr/>
            <p:nvPr/>
          </p:nvCxnSpPr>
          <p:spPr>
            <a:xfrm rot="10800000" flipH="1">
              <a:off x="8429400" y="6000540"/>
              <a:ext cx="718200" cy="860700"/>
            </a:xfrm>
            <a:prstGeom prst="straightConnector1">
              <a:avLst/>
            </a:prstGeom>
            <a:noFill/>
            <a:ln w="57150" cap="flat" cmpd="sng">
              <a:solidFill>
                <a:srgbClr val="000000"/>
              </a:solidFill>
              <a:prstDash val="solid"/>
              <a:round/>
              <a:headEnd type="none" w="sm" len="sm"/>
              <a:tailEnd type="none" w="sm" len="sm"/>
            </a:ln>
          </p:spPr>
        </p:cxnSp>
        <p:cxnSp>
          <p:nvCxnSpPr>
            <p:cNvPr id="76" name="Google Shape;76;g3f84ffdcb31_0_554"/>
            <p:cNvCxnSpPr/>
            <p:nvPr/>
          </p:nvCxnSpPr>
          <p:spPr>
            <a:xfrm rot="10800000" flipH="1">
              <a:off x="8643600" y="6215100"/>
              <a:ext cx="503700" cy="646500"/>
            </a:xfrm>
            <a:prstGeom prst="straightConnector1">
              <a:avLst/>
            </a:prstGeom>
            <a:noFill/>
            <a:ln w="57150" cap="flat" cmpd="sng">
              <a:solidFill>
                <a:srgbClr val="FF0000"/>
              </a:solidFill>
              <a:prstDash val="solid"/>
              <a:round/>
              <a:headEnd type="none" w="sm" len="sm"/>
              <a:tailEnd type="none" w="sm" len="sm"/>
            </a:ln>
          </p:spPr>
        </p:cxnSp>
        <p:cxnSp>
          <p:nvCxnSpPr>
            <p:cNvPr id="77" name="Google Shape;77;g3f84ffdcb31_0_554"/>
            <p:cNvCxnSpPr/>
            <p:nvPr/>
          </p:nvCxnSpPr>
          <p:spPr>
            <a:xfrm rot="10800000" flipH="1">
              <a:off x="8786520" y="6389640"/>
              <a:ext cx="361200" cy="471600"/>
            </a:xfrm>
            <a:prstGeom prst="straightConnector1">
              <a:avLst/>
            </a:prstGeom>
            <a:noFill/>
            <a:ln w="57150" cap="flat" cmpd="sng">
              <a:solidFill>
                <a:srgbClr val="0E782A"/>
              </a:solidFill>
              <a:prstDash val="solid"/>
              <a:round/>
              <a:headEnd type="none" w="sm" len="sm"/>
              <a:tailEnd type="none" w="sm" len="sm"/>
            </a:ln>
          </p:spPr>
        </p:cxnSp>
      </p:grpSp>
      <p:pic>
        <p:nvPicPr>
          <p:cNvPr id="78" name="Google Shape;78;g3f84ffdcb31_0_554" descr="gklogo"/>
          <p:cNvPicPr preferRelativeResize="0"/>
          <p:nvPr/>
        </p:nvPicPr>
        <p:blipFill rotWithShape="1">
          <a:blip r:embed="rId2">
            <a:alphaModFix/>
          </a:blip>
          <a:srcRect/>
          <a:stretch/>
        </p:blipFill>
        <p:spPr>
          <a:xfrm>
            <a:off x="11252985" y="135850"/>
            <a:ext cx="806040" cy="739440"/>
          </a:xfrm>
          <a:prstGeom prst="rect">
            <a:avLst/>
          </a:prstGeom>
          <a:noFill/>
          <a:ln>
            <a:noFill/>
          </a:ln>
        </p:spPr>
      </p:pic>
      <p:pic>
        <p:nvPicPr>
          <p:cNvPr id="79" name="Google Shape;79;g3f84ffdcb31_0_554" descr="C:\Documents and Settings\Administrator\Desktop\3dflags_ken0001-0003a.gif"/>
          <p:cNvPicPr preferRelativeResize="0"/>
          <p:nvPr/>
        </p:nvPicPr>
        <p:blipFill rotWithShape="1">
          <a:blip r:embed="rId3">
            <a:alphaModFix/>
          </a:blip>
          <a:srcRect/>
          <a:stretch/>
        </p:blipFill>
        <p:spPr>
          <a:xfrm>
            <a:off x="177875" y="101700"/>
            <a:ext cx="1002960" cy="7506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0"/>
        <p:cNvGrpSpPr/>
        <p:nvPr/>
      </p:nvGrpSpPr>
      <p:grpSpPr>
        <a:xfrm>
          <a:off x="0" y="0"/>
          <a:ext cx="0" cy="0"/>
          <a:chOff x="0" y="0"/>
          <a:chExt cx="0" cy="0"/>
        </a:xfrm>
      </p:grpSpPr>
      <p:sp>
        <p:nvSpPr>
          <p:cNvPr id="81" name="Google Shape;81;g3f84ffdcb31_0_560"/>
          <p:cNvSpPr txBox="1">
            <a:spLocks noGrp="1"/>
          </p:cNvSpPr>
          <p:nvPr>
            <p:ph type="ctrTitle"/>
          </p:nvPr>
        </p:nvSpPr>
        <p:spPr>
          <a:xfrm>
            <a:off x="415611" y="992767"/>
            <a:ext cx="11360700" cy="2736900"/>
          </a:xfrm>
          <a:prstGeom prst="rect">
            <a:avLst/>
          </a:prstGeom>
        </p:spPr>
        <p:txBody>
          <a:bodyPr spcFirstLastPara="1" wrap="square" lIns="91425" tIns="45700" rIns="91425" bIns="45700" anchor="b" anchorCtr="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82" name="Google Shape;82;g3f84ffdcb31_0_560"/>
          <p:cNvSpPr txBox="1">
            <a:spLocks noGrp="1"/>
          </p:cNvSpPr>
          <p:nvPr>
            <p:ph type="subTitle" idx="1"/>
          </p:nvPr>
        </p:nvSpPr>
        <p:spPr>
          <a:xfrm>
            <a:off x="415600" y="3778833"/>
            <a:ext cx="11360700" cy="1056900"/>
          </a:xfrm>
          <a:prstGeom prst="rect">
            <a:avLst/>
          </a:prstGeom>
        </p:spPr>
        <p:txBody>
          <a:bodyPr spcFirstLastPara="1" wrap="square" lIns="91425" tIns="45700" rIns="91425" bIns="45700" anchor="t" anchorCtr="0">
            <a:normAutofit/>
          </a:bodyPr>
          <a:lstStyle>
            <a:lvl1pPr lvl="0" algn="ctr">
              <a:lnSpc>
                <a:spcPct val="100000"/>
              </a:lnSpc>
              <a:spcBef>
                <a:spcPts val="360"/>
              </a:spcBef>
              <a:spcAft>
                <a:spcPts val="0"/>
              </a:spcAft>
              <a:buSzPts val="3700"/>
              <a:buNone/>
              <a:defRPr sz="3700"/>
            </a:lvl1pPr>
            <a:lvl2pPr lvl="1" algn="ctr">
              <a:lnSpc>
                <a:spcPct val="100000"/>
              </a:lnSpc>
              <a:spcBef>
                <a:spcPts val="320"/>
              </a:spcBef>
              <a:spcAft>
                <a:spcPts val="0"/>
              </a:spcAft>
              <a:buSzPts val="3700"/>
              <a:buNone/>
              <a:defRPr sz="3700"/>
            </a:lvl2pPr>
            <a:lvl3pPr lvl="2" algn="ctr">
              <a:lnSpc>
                <a:spcPct val="100000"/>
              </a:lnSpc>
              <a:spcBef>
                <a:spcPts val="280"/>
              </a:spcBef>
              <a:spcAft>
                <a:spcPts val="0"/>
              </a:spcAft>
              <a:buSzPts val="3700"/>
              <a:buNone/>
              <a:defRPr sz="3700"/>
            </a:lvl3pPr>
            <a:lvl4pPr lvl="3" algn="ctr">
              <a:lnSpc>
                <a:spcPct val="100000"/>
              </a:lnSpc>
              <a:spcBef>
                <a:spcPts val="240"/>
              </a:spcBef>
              <a:spcAft>
                <a:spcPts val="0"/>
              </a:spcAft>
              <a:buSzPts val="3700"/>
              <a:buNone/>
              <a:defRPr sz="3700"/>
            </a:lvl4pPr>
            <a:lvl5pPr lvl="4" algn="ctr">
              <a:lnSpc>
                <a:spcPct val="100000"/>
              </a:lnSpc>
              <a:spcBef>
                <a:spcPts val="240"/>
              </a:spcBef>
              <a:spcAft>
                <a:spcPts val="0"/>
              </a:spcAft>
              <a:buSzPts val="3700"/>
              <a:buNone/>
              <a:defRPr sz="3700"/>
            </a:lvl5pPr>
            <a:lvl6pPr lvl="5" algn="ctr">
              <a:lnSpc>
                <a:spcPct val="100000"/>
              </a:lnSpc>
              <a:spcBef>
                <a:spcPts val="400"/>
              </a:spcBef>
              <a:spcAft>
                <a:spcPts val="0"/>
              </a:spcAft>
              <a:buSzPts val="3700"/>
              <a:buNone/>
              <a:defRPr sz="3700"/>
            </a:lvl6pPr>
            <a:lvl7pPr lvl="6" algn="ctr">
              <a:lnSpc>
                <a:spcPct val="100000"/>
              </a:lnSpc>
              <a:spcBef>
                <a:spcPts val="400"/>
              </a:spcBef>
              <a:spcAft>
                <a:spcPts val="0"/>
              </a:spcAft>
              <a:buSzPts val="3700"/>
              <a:buNone/>
              <a:defRPr sz="3700"/>
            </a:lvl7pPr>
            <a:lvl8pPr lvl="7" algn="ctr">
              <a:lnSpc>
                <a:spcPct val="100000"/>
              </a:lnSpc>
              <a:spcBef>
                <a:spcPts val="400"/>
              </a:spcBef>
              <a:spcAft>
                <a:spcPts val="0"/>
              </a:spcAft>
              <a:buSzPts val="3700"/>
              <a:buNone/>
              <a:defRPr sz="3700"/>
            </a:lvl8pPr>
            <a:lvl9pPr lvl="8" algn="ctr">
              <a:lnSpc>
                <a:spcPct val="100000"/>
              </a:lnSpc>
              <a:spcBef>
                <a:spcPts val="400"/>
              </a:spcBef>
              <a:spcAft>
                <a:spcPts val="0"/>
              </a:spcAft>
              <a:buSzPts val="3700"/>
              <a:buNone/>
              <a:defRPr sz="3700"/>
            </a:lvl9pPr>
          </a:lstStyle>
          <a:p>
            <a:endParaRPr/>
          </a:p>
        </p:txBody>
      </p:sp>
      <p:sp>
        <p:nvSpPr>
          <p:cNvPr id="83" name="Google Shape;83;g3f84ffdcb31_0_560"/>
          <p:cNvSpPr txBox="1">
            <a:spLocks noGrp="1"/>
          </p:cNvSpPr>
          <p:nvPr>
            <p:ph type="sldNum" idx="12"/>
          </p:nvPr>
        </p:nvSpPr>
        <p:spPr>
          <a:xfrm>
            <a:off x="11296610" y="6217622"/>
            <a:ext cx="731700" cy="5247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sp>
        <p:nvSpPr>
          <p:cNvPr id="85" name="Google Shape;85;g3f84ffdcb31_0_564"/>
          <p:cNvSpPr txBox="1">
            <a:spLocks noGrp="1"/>
          </p:cNvSpPr>
          <p:nvPr>
            <p:ph type="title"/>
          </p:nvPr>
        </p:nvSpPr>
        <p:spPr>
          <a:xfrm>
            <a:off x="415600" y="593367"/>
            <a:ext cx="11360700" cy="763500"/>
          </a:xfrm>
          <a:prstGeom prst="rect">
            <a:avLst/>
          </a:prstGeom>
        </p:spPr>
        <p:txBody>
          <a:bodyPr spcFirstLastPara="1" wrap="square" lIns="91425" tIns="45700" rIns="91425" bIns="45700" anchor="ctr" anchorCtr="0">
            <a:normAutofit/>
          </a:bodyPr>
          <a:lstStyle>
            <a:lvl1pPr lvl="0">
              <a:spcBef>
                <a:spcPts val="0"/>
              </a:spcBef>
              <a:spcAft>
                <a:spcPts val="0"/>
              </a:spcAft>
              <a:buSzPts val="3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g3f84ffdcb31_0_564"/>
          <p:cNvSpPr txBox="1">
            <a:spLocks noGrp="1"/>
          </p:cNvSpPr>
          <p:nvPr>
            <p:ph type="body" idx="1"/>
          </p:nvPr>
        </p:nvSpPr>
        <p:spPr>
          <a:xfrm>
            <a:off x="415600" y="1536633"/>
            <a:ext cx="11360700" cy="4555200"/>
          </a:xfrm>
          <a:prstGeom prst="rect">
            <a:avLst/>
          </a:prstGeom>
        </p:spPr>
        <p:txBody>
          <a:bodyPr spcFirstLastPara="1" wrap="square" lIns="91425" tIns="45700" rIns="91425" bIns="45700" anchor="t" anchorCtr="0">
            <a:normAutofit/>
          </a:bodyPr>
          <a:lstStyle>
            <a:lvl1pPr marL="457200" lvl="0" indent="-342900">
              <a:spcBef>
                <a:spcPts val="360"/>
              </a:spcBef>
              <a:spcAft>
                <a:spcPts val="0"/>
              </a:spcAft>
              <a:buSzPts val="1800"/>
              <a:buChar char="•"/>
              <a:defRPr/>
            </a:lvl1pPr>
            <a:lvl2pPr marL="914400" lvl="1" indent="-330200">
              <a:spcBef>
                <a:spcPts val="320"/>
              </a:spcBef>
              <a:spcAft>
                <a:spcPts val="0"/>
              </a:spcAft>
              <a:buSzPts val="1600"/>
              <a:buChar char="–"/>
              <a:defRPr/>
            </a:lvl2pPr>
            <a:lvl3pPr marL="1371600" lvl="2" indent="-317500">
              <a:spcBef>
                <a:spcPts val="280"/>
              </a:spcBef>
              <a:spcAft>
                <a:spcPts val="0"/>
              </a:spcAft>
              <a:buSzPts val="1400"/>
              <a:buChar char="•"/>
              <a:defRPr/>
            </a:lvl3pPr>
            <a:lvl4pPr marL="1828800" lvl="3" indent="-304800">
              <a:spcBef>
                <a:spcPts val="240"/>
              </a:spcBef>
              <a:spcAft>
                <a:spcPts val="0"/>
              </a:spcAft>
              <a:buSzPts val="1200"/>
              <a:buChar char="–"/>
              <a:defRPr/>
            </a:lvl4pPr>
            <a:lvl5pPr marL="2286000" lvl="4" indent="-304800">
              <a:spcBef>
                <a:spcPts val="240"/>
              </a:spcBef>
              <a:spcAft>
                <a:spcPts val="0"/>
              </a:spcAft>
              <a:buSzPts val="1200"/>
              <a:buChar char="»"/>
              <a:defRPr/>
            </a:lvl5pPr>
            <a:lvl6pPr marL="2743200" lvl="5" indent="-355600">
              <a:spcBef>
                <a:spcPts val="400"/>
              </a:spcBef>
              <a:spcAft>
                <a:spcPts val="0"/>
              </a:spcAft>
              <a:buSzPts val="2000"/>
              <a:buChar char="•"/>
              <a:defRPr/>
            </a:lvl6pPr>
            <a:lvl7pPr marL="3200400" lvl="6" indent="-355600">
              <a:spcBef>
                <a:spcPts val="400"/>
              </a:spcBef>
              <a:spcAft>
                <a:spcPts val="0"/>
              </a:spcAft>
              <a:buSzPts val="2000"/>
              <a:buChar char="•"/>
              <a:defRPr/>
            </a:lvl7pPr>
            <a:lvl8pPr marL="3657600" lvl="7" indent="-355600">
              <a:spcBef>
                <a:spcPts val="400"/>
              </a:spcBef>
              <a:spcAft>
                <a:spcPts val="0"/>
              </a:spcAft>
              <a:buSzPts val="2000"/>
              <a:buChar char="•"/>
              <a:defRPr/>
            </a:lvl8pPr>
            <a:lvl9pPr marL="4114800" lvl="8" indent="-355600">
              <a:spcBef>
                <a:spcPts val="400"/>
              </a:spcBef>
              <a:spcAft>
                <a:spcPts val="0"/>
              </a:spcAft>
              <a:buSzPts val="2000"/>
              <a:buChar char="•"/>
              <a:defRPr/>
            </a:lvl9pPr>
          </a:lstStyle>
          <a:p>
            <a:endParaRPr/>
          </a:p>
        </p:txBody>
      </p:sp>
      <p:sp>
        <p:nvSpPr>
          <p:cNvPr id="87" name="Google Shape;87;g3f84ffdcb31_0_564"/>
          <p:cNvSpPr txBox="1">
            <a:spLocks noGrp="1"/>
          </p:cNvSpPr>
          <p:nvPr>
            <p:ph type="sldNum" idx="12"/>
          </p:nvPr>
        </p:nvSpPr>
        <p:spPr>
          <a:xfrm>
            <a:off x="11296610" y="6217622"/>
            <a:ext cx="731700" cy="5247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8"/>
        <p:cNvGrpSpPr/>
        <p:nvPr/>
      </p:nvGrpSpPr>
      <p:grpSpPr>
        <a:xfrm>
          <a:off x="0" y="0"/>
          <a:ext cx="0" cy="0"/>
          <a:chOff x="0" y="0"/>
          <a:chExt cx="0" cy="0"/>
        </a:xfrm>
      </p:grpSpPr>
      <p:sp>
        <p:nvSpPr>
          <p:cNvPr id="89" name="Google Shape;89;g3f84ffdcb31_0_568"/>
          <p:cNvSpPr txBox="1">
            <a:spLocks noGrp="1"/>
          </p:cNvSpPr>
          <p:nvPr>
            <p:ph type="title"/>
          </p:nvPr>
        </p:nvSpPr>
        <p:spPr>
          <a:xfrm>
            <a:off x="415600" y="2867800"/>
            <a:ext cx="11360700" cy="1122300"/>
          </a:xfrm>
          <a:prstGeom prst="rect">
            <a:avLst/>
          </a:prstGeom>
        </p:spPr>
        <p:txBody>
          <a:bodyPr spcFirstLastPara="1" wrap="square" lIns="91425" tIns="45700" rIns="91425" bIns="457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90" name="Google Shape;90;g3f84ffdcb31_0_568"/>
          <p:cNvSpPr txBox="1">
            <a:spLocks noGrp="1"/>
          </p:cNvSpPr>
          <p:nvPr>
            <p:ph type="sldNum" idx="12"/>
          </p:nvPr>
        </p:nvSpPr>
        <p:spPr>
          <a:xfrm>
            <a:off x="11296610" y="6217622"/>
            <a:ext cx="731700" cy="5247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1"/>
        <p:cNvGrpSpPr/>
        <p:nvPr/>
      </p:nvGrpSpPr>
      <p:grpSpPr>
        <a:xfrm>
          <a:off x="0" y="0"/>
          <a:ext cx="0" cy="0"/>
          <a:chOff x="0" y="0"/>
          <a:chExt cx="0" cy="0"/>
        </a:xfrm>
      </p:grpSpPr>
      <p:sp>
        <p:nvSpPr>
          <p:cNvPr id="92" name="Google Shape;92;g3f84ffdcb31_0_7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g3f84ffdcb31_0_7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g3f84ffdcb31_0_72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g3f84ffdcb31_0_72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g3f84ffdcb31_0_72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97"/>
        <p:cNvGrpSpPr/>
        <p:nvPr/>
      </p:nvGrpSpPr>
      <p:grpSpPr>
        <a:xfrm>
          <a:off x="0" y="0"/>
          <a:ext cx="0" cy="0"/>
          <a:chOff x="0" y="0"/>
          <a:chExt cx="0" cy="0"/>
        </a:xfrm>
      </p:grpSpPr>
      <p:sp>
        <p:nvSpPr>
          <p:cNvPr id="98" name="Google Shape;98;g3f880911230_0_193"/>
          <p:cNvSpPr txBox="1">
            <a:spLocks noGrp="1"/>
          </p:cNvSpPr>
          <p:nvPr>
            <p:ph type="title"/>
          </p:nvPr>
        </p:nvSpPr>
        <p:spPr>
          <a:xfrm>
            <a:off x="0" y="0"/>
            <a:ext cx="3999900" cy="3000000"/>
          </a:xfrm>
          <a:prstGeom prst="rect">
            <a:avLst/>
          </a:prstGeom>
          <a:noFill/>
          <a:ln>
            <a:noFill/>
          </a:ln>
        </p:spPr>
        <p:txBody>
          <a:bodyPr spcFirstLastPara="1" wrap="square" lIns="91425" tIns="45700" rIns="91425" bIns="45700" anchor="t"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9" name="Google Shape;99;g3f880911230_0_193"/>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0" name="Google Shape;100;g3f880911230_0_193"/>
          <p:cNvSpPr txBox="1">
            <a:spLocks noGrp="1"/>
          </p:cNvSpPr>
          <p:nvPr>
            <p:ph type="dt" idx="10"/>
          </p:nvPr>
        </p:nvSpPr>
        <p:spPr>
          <a:xfrm>
            <a:off x="0" y="0"/>
            <a:ext cx="3999900" cy="30000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a:solidFill>
                  <a:schemeClr val="dk1"/>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g3f880911230_0_193"/>
          <p:cNvSpPr txBox="1">
            <a:spLocks noGrp="1"/>
          </p:cNvSpPr>
          <p:nvPr>
            <p:ph type="ftr" idx="11"/>
          </p:nvPr>
        </p:nvSpPr>
        <p:spPr>
          <a:xfrm>
            <a:off x="0" y="0"/>
            <a:ext cx="3999900" cy="30000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a:solidFill>
                  <a:schemeClr val="dk1"/>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g3f880911230_0_193"/>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lvl1pPr marL="0" marR="0" lvl="0" indent="0" algn="l">
              <a:spcBef>
                <a:spcPts val="0"/>
              </a:spcBef>
              <a:buNone/>
              <a:defRPr sz="1800">
                <a:solidFill>
                  <a:schemeClr val="dk1"/>
                </a:solidFill>
                <a:latin typeface="Calibri"/>
                <a:ea typeface="Calibri"/>
                <a:cs typeface="Calibri"/>
                <a:sym typeface="Calibri"/>
              </a:defRPr>
            </a:lvl1pPr>
            <a:lvl2pPr marL="0" marR="0" lvl="1" indent="0" algn="l">
              <a:spcBef>
                <a:spcPts val="0"/>
              </a:spcBef>
              <a:buNone/>
              <a:defRPr sz="1800">
                <a:solidFill>
                  <a:schemeClr val="dk1"/>
                </a:solidFill>
                <a:latin typeface="Calibri"/>
                <a:ea typeface="Calibri"/>
                <a:cs typeface="Calibri"/>
                <a:sym typeface="Calibri"/>
              </a:defRPr>
            </a:lvl2pPr>
            <a:lvl3pPr marL="0" marR="0" lvl="2" indent="0" algn="l">
              <a:spcBef>
                <a:spcPts val="0"/>
              </a:spcBef>
              <a:buNone/>
              <a:defRPr sz="1800">
                <a:solidFill>
                  <a:schemeClr val="dk1"/>
                </a:solidFill>
                <a:latin typeface="Calibri"/>
                <a:ea typeface="Calibri"/>
                <a:cs typeface="Calibri"/>
                <a:sym typeface="Calibri"/>
              </a:defRPr>
            </a:lvl3pPr>
            <a:lvl4pPr marL="0" marR="0" lvl="3" indent="0" algn="l">
              <a:spcBef>
                <a:spcPts val="0"/>
              </a:spcBef>
              <a:buNone/>
              <a:defRPr sz="1800">
                <a:solidFill>
                  <a:schemeClr val="dk1"/>
                </a:solidFill>
                <a:latin typeface="Calibri"/>
                <a:ea typeface="Calibri"/>
                <a:cs typeface="Calibri"/>
                <a:sym typeface="Calibri"/>
              </a:defRPr>
            </a:lvl4pPr>
            <a:lvl5pPr marL="0" marR="0" lvl="4" indent="0" algn="l">
              <a:spcBef>
                <a:spcPts val="0"/>
              </a:spcBef>
              <a:buNone/>
              <a:defRPr sz="1800">
                <a:solidFill>
                  <a:schemeClr val="dk1"/>
                </a:solidFill>
                <a:latin typeface="Calibri"/>
                <a:ea typeface="Calibri"/>
                <a:cs typeface="Calibri"/>
                <a:sym typeface="Calibri"/>
              </a:defRPr>
            </a:lvl5pPr>
            <a:lvl6pPr marL="0" marR="0" lvl="5" indent="0" algn="l">
              <a:spcBef>
                <a:spcPts val="0"/>
              </a:spcBef>
              <a:buNone/>
              <a:defRPr sz="1800">
                <a:solidFill>
                  <a:schemeClr val="dk1"/>
                </a:solidFill>
                <a:latin typeface="Calibri"/>
                <a:ea typeface="Calibri"/>
                <a:cs typeface="Calibri"/>
                <a:sym typeface="Calibri"/>
              </a:defRPr>
            </a:lvl6pPr>
            <a:lvl7pPr marL="0" marR="0" lvl="6" indent="0" algn="l">
              <a:spcBef>
                <a:spcPts val="0"/>
              </a:spcBef>
              <a:buNone/>
              <a:defRPr sz="1800">
                <a:solidFill>
                  <a:schemeClr val="dk1"/>
                </a:solidFill>
                <a:latin typeface="Calibri"/>
                <a:ea typeface="Calibri"/>
                <a:cs typeface="Calibri"/>
                <a:sym typeface="Calibri"/>
              </a:defRPr>
            </a:lvl7pPr>
            <a:lvl8pPr marL="0" marR="0" lvl="7" indent="0" algn="l">
              <a:spcBef>
                <a:spcPts val="0"/>
              </a:spcBef>
              <a:buNone/>
              <a:defRPr sz="1800">
                <a:solidFill>
                  <a:schemeClr val="dk1"/>
                </a:solidFill>
                <a:latin typeface="Calibri"/>
                <a:ea typeface="Calibri"/>
                <a:cs typeface="Calibri"/>
                <a:sym typeface="Calibri"/>
              </a:defRPr>
            </a:lvl8pPr>
            <a:lvl9pPr marL="0" marR="0" lvl="8" indent="0" algn="l">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403761" y="365126"/>
            <a:ext cx="11412187" cy="620526"/>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303030"/>
              </a:buClr>
              <a:buSzPts val="3200"/>
              <a:buFont typeface="Cambria"/>
              <a:buNone/>
              <a:defRPr sz="3200" b="0" i="0" u="none" strike="noStrike" cap="none">
                <a:solidFill>
                  <a:srgbClr val="303030"/>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3"/>
          <p:cNvSpPr txBox="1">
            <a:spLocks noGrp="1"/>
          </p:cNvSpPr>
          <p:nvPr>
            <p:ph type="body" idx="1"/>
          </p:nvPr>
        </p:nvSpPr>
        <p:spPr>
          <a:xfrm>
            <a:off x="403761" y="1985079"/>
            <a:ext cx="11412187" cy="4191884"/>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Karla"/>
                <a:ea typeface="Karla"/>
                <a:cs typeface="Karla"/>
                <a:sym typeface="Karla"/>
              </a:defRPr>
            </a:lvl1pPr>
            <a:lvl2pPr marL="914400" marR="0" lvl="1"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Karla"/>
                <a:ea typeface="Karla"/>
                <a:cs typeface="Karla"/>
                <a:sym typeface="Karla"/>
              </a:defRPr>
            </a:lvl2pPr>
            <a:lvl3pPr marL="1371600" marR="0" lvl="2"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Karla"/>
                <a:ea typeface="Karla"/>
                <a:cs typeface="Karla"/>
                <a:sym typeface="Karla"/>
              </a:defRPr>
            </a:lvl3pPr>
            <a:lvl4pPr marL="1828800" marR="0" lvl="3"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Karla"/>
                <a:ea typeface="Karla"/>
                <a:cs typeface="Karla"/>
                <a:sym typeface="Karla"/>
              </a:defRPr>
            </a:lvl4pPr>
            <a:lvl5pPr marL="2286000" marR="0" lvl="4" indent="-304800" algn="l" rtl="0">
              <a:lnSpc>
                <a:spcPct val="100000"/>
              </a:lnSpc>
              <a:spcBef>
                <a:spcPts val="240"/>
              </a:spcBef>
              <a:spcAft>
                <a:spcPts val="0"/>
              </a:spcAft>
              <a:buClr>
                <a:schemeClr val="dk1"/>
              </a:buClr>
              <a:buSzPts val="1200"/>
              <a:buFont typeface="Arial"/>
              <a:buChar char="»"/>
              <a:defRPr sz="1200" b="0" i="0" u="none" strike="noStrike" cap="none">
                <a:solidFill>
                  <a:schemeClr val="dk1"/>
                </a:solidFill>
                <a:latin typeface="Karla"/>
                <a:ea typeface="Karla"/>
                <a:cs typeface="Karla"/>
                <a:sym typeface="Karla"/>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Karla"/>
                <a:ea typeface="Karla"/>
                <a:cs typeface="Karla"/>
                <a:sym typeface="Karla"/>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Karla"/>
                <a:ea typeface="Karla"/>
                <a:cs typeface="Karla"/>
                <a:sym typeface="Karla"/>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Karla"/>
                <a:ea typeface="Karla"/>
                <a:cs typeface="Karla"/>
                <a:sym typeface="Karla"/>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Karla"/>
                <a:ea typeface="Karla"/>
                <a:cs typeface="Karla"/>
                <a:sym typeface="Karla"/>
              </a:defRPr>
            </a:lvl9pPr>
          </a:lstStyle>
          <a:p>
            <a:endParaRPr/>
          </a:p>
        </p:txBody>
      </p:sp>
      <p:sp>
        <p:nvSpPr>
          <p:cNvPr id="12" name="Google Shape;12;p23"/>
          <p:cNvSpPr txBox="1">
            <a:spLocks noGrp="1"/>
          </p:cNvSpPr>
          <p:nvPr>
            <p:ph type="sldNum" idx="12"/>
          </p:nvPr>
        </p:nvSpPr>
        <p:spPr>
          <a:xfrm>
            <a:off x="9072748"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7777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p23"/>
          <p:cNvSpPr txBox="1"/>
          <p:nvPr/>
        </p:nvSpPr>
        <p:spPr>
          <a:xfrm>
            <a:off x="379987" y="6430975"/>
            <a:ext cx="4263300" cy="242100"/>
          </a:xfrm>
          <a:prstGeom prst="rect">
            <a:avLst/>
          </a:prstGeom>
          <a:noFill/>
          <a:ln>
            <a:noFill/>
          </a:ln>
        </p:spPr>
        <p:txBody>
          <a:bodyPr spcFirstLastPara="1" wrap="square" lIns="91425" tIns="45700" rIns="91425" bIns="45700" anchor="ctr" anchorCtr="0">
            <a:normAutofit fontScale="92500" lnSpcReduction="20000"/>
          </a:bodyPr>
          <a:lstStyle/>
          <a:p>
            <a:pPr marL="342900" marR="0" lvl="0" indent="-342900" algn="l" rtl="0">
              <a:lnSpc>
                <a:spcPct val="100000"/>
              </a:lnSpc>
              <a:spcBef>
                <a:spcPts val="0"/>
              </a:spcBef>
              <a:spcAft>
                <a:spcPts val="0"/>
              </a:spcAft>
              <a:buClr>
                <a:srgbClr val="000000"/>
              </a:buClr>
              <a:buSzPts val="1200"/>
              <a:buFont typeface="Arial"/>
              <a:buNone/>
            </a:pPr>
            <a:r>
              <a:rPr lang="en-US" sz="1200" b="1">
                <a:solidFill>
                  <a:schemeClr val="dk2"/>
                </a:solidFill>
                <a:latin typeface="Karla"/>
                <a:ea typeface="Karla"/>
                <a:cs typeface="Karla"/>
                <a:sym typeface="Karla"/>
              </a:rPr>
              <a:t>KMSA S2S Pilot</a:t>
            </a:r>
            <a:endParaRPr sz="1400" b="0" i="0" u="none" strike="noStrike" cap="none">
              <a:solidFill>
                <a:srgbClr val="000000"/>
              </a:solidFill>
              <a:latin typeface="Arial"/>
              <a:ea typeface="Arial"/>
              <a:cs typeface="Arial"/>
              <a:sym typeface="Arial"/>
            </a:endParaRPr>
          </a:p>
        </p:txBody>
      </p:sp>
      <p:sp>
        <p:nvSpPr>
          <p:cNvPr id="14" name="Google Shape;14;p23"/>
          <p:cNvSpPr/>
          <p:nvPr/>
        </p:nvSpPr>
        <p:spPr>
          <a:xfrm>
            <a:off x="457200" y="6365175"/>
            <a:ext cx="365760" cy="36576"/>
          </a:xfrm>
          <a:prstGeom prst="rect">
            <a:avLst/>
          </a:prstGeom>
          <a:solidFill>
            <a:srgbClr val="2F737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mailto:s2skenya@rhizaresearch.org" TargetMode="External"/><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slide" Target="slide47.xml"/><Relationship Id="rId3" Type="http://schemas.openxmlformats.org/officeDocument/2006/relationships/slide" Target="slide5.xml"/><Relationship Id="rId7" Type="http://schemas.openxmlformats.org/officeDocument/2006/relationships/slide" Target="slide41.xm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slide" Target="slide21.xml"/><Relationship Id="rId5" Type="http://schemas.openxmlformats.org/officeDocument/2006/relationships/slide" Target="slide16.xml"/><Relationship Id="rId4" Type="http://schemas.openxmlformats.org/officeDocument/2006/relationships/slide" Target="slide6.xml"/><Relationship Id="rId9" Type="http://schemas.openxmlformats.org/officeDocument/2006/relationships/slide" Target="slide5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alecjong-lab/ECMWF-S2S4AFRICA"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2.gif"/><Relationship Id="rId5" Type="http://schemas.openxmlformats.org/officeDocument/2006/relationships/image" Target="../media/image1.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2.gif"/><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gif"/></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2.gif"/><Relationship Id="rId5" Type="http://schemas.openxmlformats.org/officeDocument/2006/relationships/image" Target="../media/image1.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2.gif"/><Relationship Id="rId5" Type="http://schemas.openxmlformats.org/officeDocument/2006/relationships/image" Target="../media/image1.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0.xml"/><Relationship Id="rId6" Type="http://schemas.openxmlformats.org/officeDocument/2006/relationships/image" Target="../media/image28.png"/><Relationship Id="rId5" Type="http://schemas.openxmlformats.org/officeDocument/2006/relationships/image" Target="../media/image2.gif"/><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0.xml"/><Relationship Id="rId5" Type="http://schemas.openxmlformats.org/officeDocument/2006/relationships/image" Target="../media/image34.png"/><Relationship Id="rId4" Type="http://schemas.openxmlformats.org/officeDocument/2006/relationships/image" Target="../media/image2.gif"/></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0.xml"/><Relationship Id="rId5" Type="http://schemas.openxmlformats.org/officeDocument/2006/relationships/image" Target="../media/image35.png"/><Relationship Id="rId4" Type="http://schemas.openxmlformats.org/officeDocument/2006/relationships/image" Target="../media/image2.gif"/></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0.xml"/><Relationship Id="rId5" Type="http://schemas.openxmlformats.org/officeDocument/2006/relationships/image" Target="../media/image37.png"/><Relationship Id="rId4" Type="http://schemas.openxmlformats.org/officeDocument/2006/relationships/image" Target="../media/image2.gif"/></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0.xml"/><Relationship Id="rId5" Type="http://schemas.openxmlformats.org/officeDocument/2006/relationships/image" Target="../media/image38.png"/><Relationship Id="rId4" Type="http://schemas.openxmlformats.org/officeDocument/2006/relationships/image" Target="../media/image2.gif"/></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2.gif"/></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10.xml"/><Relationship Id="rId6" Type="http://schemas.openxmlformats.org/officeDocument/2006/relationships/image" Target="../media/image42.png"/><Relationship Id="rId5" Type="http://schemas.openxmlformats.org/officeDocument/2006/relationships/image" Target="../media/image2.gif"/><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0.xml"/><Relationship Id="rId5" Type="http://schemas.openxmlformats.org/officeDocument/2006/relationships/image" Target="../media/image43.png"/><Relationship Id="rId4" Type="http://schemas.openxmlformats.org/officeDocument/2006/relationships/image" Target="../media/image2.gif"/></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0.xml"/><Relationship Id="rId5" Type="http://schemas.openxmlformats.org/officeDocument/2006/relationships/image" Target="../media/image44.png"/><Relationship Id="rId4" Type="http://schemas.openxmlformats.org/officeDocument/2006/relationships/image" Target="../media/image2.gif"/></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0.xml"/><Relationship Id="rId5" Type="http://schemas.openxmlformats.org/officeDocument/2006/relationships/image" Target="../media/image46.png"/><Relationship Id="rId4" Type="http://schemas.openxmlformats.org/officeDocument/2006/relationships/image" Target="../media/image2.gif"/></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10.xml"/><Relationship Id="rId6" Type="http://schemas.openxmlformats.org/officeDocument/2006/relationships/image" Target="../media/image2.gif"/><Relationship Id="rId5" Type="http://schemas.openxmlformats.org/officeDocument/2006/relationships/image" Target="../media/image1.png"/><Relationship Id="rId4" Type="http://schemas.openxmlformats.org/officeDocument/2006/relationships/image" Target="../media/image51.png"/></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10.xml"/><Relationship Id="rId6" Type="http://schemas.openxmlformats.org/officeDocument/2006/relationships/image" Target="../media/image2.gif"/><Relationship Id="rId5" Type="http://schemas.openxmlformats.org/officeDocument/2006/relationships/image" Target="../media/image1.png"/><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10.xml"/><Relationship Id="rId6" Type="http://schemas.openxmlformats.org/officeDocument/2006/relationships/image" Target="../media/image2.gif"/><Relationship Id="rId5" Type="http://schemas.openxmlformats.org/officeDocument/2006/relationships/image" Target="../media/image1.png"/><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2.gif"/><Relationship Id="rId2" Type="http://schemas.openxmlformats.org/officeDocument/2006/relationships/notesSlide" Target="../notesSlides/notesSlide44.xml"/><Relationship Id="rId1" Type="http://schemas.openxmlformats.org/officeDocument/2006/relationships/slideLayout" Target="../slideLayouts/slideLayout10.xml"/><Relationship Id="rId6" Type="http://schemas.openxmlformats.org/officeDocument/2006/relationships/image" Target="../media/image1.png"/><Relationship Id="rId5" Type="http://schemas.openxmlformats.org/officeDocument/2006/relationships/image" Target="../media/image60.pn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2.gif"/><Relationship Id="rId2" Type="http://schemas.openxmlformats.org/officeDocument/2006/relationships/notesSlide" Target="../notesSlides/notesSlide45.xml"/><Relationship Id="rId1" Type="http://schemas.openxmlformats.org/officeDocument/2006/relationships/slideLayout" Target="../slideLayouts/slideLayout10.xml"/><Relationship Id="rId6" Type="http://schemas.openxmlformats.org/officeDocument/2006/relationships/image" Target="../media/image1.png"/><Relationship Id="rId5" Type="http://schemas.openxmlformats.org/officeDocument/2006/relationships/image" Target="../media/image63.png"/><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6.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1.xml"/><Relationship Id="rId1" Type="http://schemas.openxmlformats.org/officeDocument/2006/relationships/slideLayout" Target="../slideLayouts/slideLayout10.xml"/><Relationship Id="rId5" Type="http://schemas.openxmlformats.org/officeDocument/2006/relationships/image" Target="../media/image2.gif"/><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f876f4b115_0_544"/>
          <p:cNvSpPr txBox="1">
            <a:spLocks noGrp="1"/>
          </p:cNvSpPr>
          <p:nvPr>
            <p:ph type="title"/>
          </p:nvPr>
        </p:nvSpPr>
        <p:spPr>
          <a:xfrm>
            <a:off x="403750" y="752900"/>
            <a:ext cx="11412300" cy="4827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GB" sz="3000" dirty="0"/>
              <a:t>The goal of this slide deck is to enable the KMSA operational forecasting team to monitor the rainy season progression during OND 2026. </a:t>
            </a:r>
            <a:endParaRP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3c25abfedcb_0_43"/>
          <p:cNvSpPr txBox="1">
            <a:spLocks noGrp="1"/>
          </p:cNvSpPr>
          <p:nvPr>
            <p:ph type="title"/>
          </p:nvPr>
        </p:nvSpPr>
        <p:spPr>
          <a:xfrm>
            <a:off x="389861" y="513498"/>
            <a:ext cx="11412300" cy="8952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303030"/>
              </a:buClr>
              <a:buSzPts val="4400"/>
              <a:buFont typeface="Cambria"/>
              <a:buNone/>
            </a:pPr>
            <a:r>
              <a:rPr lang="en-US" dirty="0"/>
              <a:t>Kenya Rainy Season Forecast Briefing</a:t>
            </a:r>
            <a:endParaRPr dirty="0"/>
          </a:p>
        </p:txBody>
      </p:sp>
      <p:sp>
        <p:nvSpPr>
          <p:cNvPr id="114" name="date_text"/>
          <p:cNvSpPr txBox="1">
            <a:spLocks noGrp="1"/>
          </p:cNvSpPr>
          <p:nvPr>
            <p:ph type="subTitle" idx="1"/>
          </p:nvPr>
        </p:nvSpPr>
        <p:spPr>
          <a:xfrm>
            <a:off x="403750" y="1376709"/>
            <a:ext cx="2841620" cy="542341"/>
          </a:xfrm>
          <a:prstGeom prst="rect">
            <a:avLst/>
          </a:prstGeom>
          <a:noFill/>
          <a:ln>
            <a:noFill/>
          </a:ln>
        </p:spPr>
        <p:txBody>
          <a:bodyPr spcFirstLastPara="1" wrap="square" lIns="91425" tIns="45700" rIns="91425" bIns="45700" anchor="ctr" anchorCtr="0">
            <a:noAutofit/>
          </a:bodyPr>
          <a:lstStyle/>
          <a:p>
            <a:pPr marL="0" lvl="0" indent="0" rtl="0">
              <a:lnSpc>
                <a:spcPct val="100000"/>
              </a:lnSpc>
              <a:spcBef>
                <a:spcPts val="480"/>
              </a:spcBef>
              <a:spcAft>
                <a:spcPts val="0"/>
              </a:spcAft>
              <a:buSzPts val="2400"/>
              <a:buNone/>
            </a:pPr>
            <a:r>
              <a:rPr lang="en-US" dirty="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1 September 2026</a:t>
            </a:r>
            <a:endParaRPr dirty="0"/>
          </a:p>
          <a:p>
            <a:pPr marL="0" lvl="0" indent="0" algn="l" rtl="0">
              <a:lnSpc>
                <a:spcPct val="100000"/>
              </a:lnSpc>
              <a:spcBef>
                <a:spcPts val="480"/>
              </a:spcBef>
              <a:spcAft>
                <a:spcPts val="0"/>
              </a:spcAft>
              <a:buSzPts val="2400"/>
              <a:buNone/>
            </a:pPr>
            <a:endParaRPr dirty="0">
              <a:highlight>
                <a:srgbClr val="FFFF00"/>
              </a:highlight>
            </a:endParaRPr>
          </a:p>
        </p:txBody>
      </p:sp>
      <p:sp>
        <p:nvSpPr>
          <p:cNvPr id="115" name="Google Shape;115;g3c25abfedcb_0_43"/>
          <p:cNvSpPr txBox="1">
            <a:spLocks noGrp="1"/>
          </p:cNvSpPr>
          <p:nvPr>
            <p:ph type="subTitle" idx="1"/>
          </p:nvPr>
        </p:nvSpPr>
        <p:spPr>
          <a:xfrm>
            <a:off x="9228250" y="5281465"/>
            <a:ext cx="2818500" cy="3212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200">
                <a:solidFill>
                  <a:srgbClr val="303030"/>
                </a:solidFill>
              </a:rPr>
              <a:t>Note:</a:t>
            </a:r>
            <a:r>
              <a:rPr lang="en-US" sz="1200" b="0">
                <a:solidFill>
                  <a:srgbClr val="303030"/>
                </a:solidFill>
              </a:rPr>
              <a:t> This briefing is prepared for internal use by the Kenyan Meteorological Service authority, to inform their subseasonal and start of season outlooks during the rainy season OND 2026.</a:t>
            </a:r>
            <a:endParaRPr sz="1200" b="0">
              <a:solidFill>
                <a:srgbClr val="303030"/>
              </a:solidFill>
            </a:endParaRPr>
          </a:p>
        </p:txBody>
      </p:sp>
      <p:pic>
        <p:nvPicPr>
          <p:cNvPr id="116" name="Google Shape;116;g3c25abfedcb_0_43"/>
          <p:cNvPicPr preferRelativeResize="0"/>
          <p:nvPr/>
        </p:nvPicPr>
        <p:blipFill>
          <a:blip r:embed="rId3">
            <a:alphaModFix/>
          </a:blip>
          <a:stretch>
            <a:fillRect/>
          </a:stretch>
        </p:blipFill>
        <p:spPr>
          <a:xfrm>
            <a:off x="4234577" y="5429827"/>
            <a:ext cx="1298026" cy="695899"/>
          </a:xfrm>
          <a:prstGeom prst="rect">
            <a:avLst/>
          </a:prstGeom>
          <a:noFill/>
          <a:ln>
            <a:noFill/>
          </a:ln>
        </p:spPr>
      </p:pic>
      <p:pic>
        <p:nvPicPr>
          <p:cNvPr id="117" name="Google Shape;117;g3c25abfedcb_0_43"/>
          <p:cNvPicPr preferRelativeResize="0"/>
          <p:nvPr/>
        </p:nvPicPr>
        <p:blipFill>
          <a:blip r:embed="rId4">
            <a:alphaModFix/>
          </a:blip>
          <a:stretch>
            <a:fillRect/>
          </a:stretch>
        </p:blipFill>
        <p:spPr>
          <a:xfrm>
            <a:off x="2204750" y="5429814"/>
            <a:ext cx="1933793" cy="695899"/>
          </a:xfrm>
          <a:prstGeom prst="rect">
            <a:avLst/>
          </a:prstGeom>
          <a:noFill/>
          <a:ln>
            <a:noFill/>
          </a:ln>
        </p:spPr>
      </p:pic>
      <p:pic>
        <p:nvPicPr>
          <p:cNvPr id="118" name="Google Shape;118;g3c25abfedcb_0_43"/>
          <p:cNvPicPr preferRelativeResize="0"/>
          <p:nvPr/>
        </p:nvPicPr>
        <p:blipFill rotWithShape="1">
          <a:blip r:embed="rId5">
            <a:alphaModFix/>
          </a:blip>
          <a:srcRect l="21822" t="27291" r="20031" b="28072"/>
          <a:stretch/>
        </p:blipFill>
        <p:spPr>
          <a:xfrm>
            <a:off x="403750" y="5389200"/>
            <a:ext cx="1801000" cy="777125"/>
          </a:xfrm>
          <a:prstGeom prst="rect">
            <a:avLst/>
          </a:prstGeom>
          <a:noFill/>
          <a:ln>
            <a:noFill/>
          </a:ln>
        </p:spPr>
      </p:pic>
      <p:sp>
        <p:nvSpPr>
          <p:cNvPr id="119" name="Google Shape;119;g3c25abfedcb_0_43"/>
          <p:cNvSpPr txBox="1">
            <a:spLocks noGrp="1"/>
          </p:cNvSpPr>
          <p:nvPr>
            <p:ph type="subTitle" idx="1"/>
          </p:nvPr>
        </p:nvSpPr>
        <p:spPr>
          <a:xfrm>
            <a:off x="403750" y="2000250"/>
            <a:ext cx="7068900" cy="3212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2000" dirty="0">
                <a:solidFill>
                  <a:srgbClr val="303030"/>
                </a:solidFill>
              </a:rPr>
              <a:t>Briefing Contributors:</a:t>
            </a:r>
            <a:endParaRPr sz="2000" dirty="0">
              <a:solidFill>
                <a:srgbClr val="303030"/>
              </a:solidFill>
            </a:endParaRPr>
          </a:p>
          <a:p>
            <a:pPr marL="457200" lvl="0" indent="-355600" algn="l" rtl="0">
              <a:lnSpc>
                <a:spcPct val="100000"/>
              </a:lnSpc>
              <a:spcBef>
                <a:spcPts val="480"/>
              </a:spcBef>
              <a:spcAft>
                <a:spcPts val="0"/>
              </a:spcAft>
              <a:buClr>
                <a:srgbClr val="303030"/>
              </a:buClr>
              <a:buSzPts val="2000"/>
              <a:buChar char="●"/>
            </a:pPr>
            <a:r>
              <a:rPr lang="en-US" sz="2000" b="0" dirty="0">
                <a:solidFill>
                  <a:srgbClr val="303030"/>
                </a:solidFill>
              </a:rPr>
              <a:t>Phillip Okello, KMSA</a:t>
            </a:r>
            <a:endParaRPr sz="2000" b="0" dirty="0">
              <a:solidFill>
                <a:srgbClr val="303030"/>
              </a:solidFill>
            </a:endParaRPr>
          </a:p>
          <a:p>
            <a:pPr marL="457200" lvl="0" indent="-355600" algn="l" rtl="0">
              <a:lnSpc>
                <a:spcPct val="100000"/>
              </a:lnSpc>
              <a:spcBef>
                <a:spcPts val="0"/>
              </a:spcBef>
              <a:spcAft>
                <a:spcPts val="0"/>
              </a:spcAft>
              <a:buClr>
                <a:srgbClr val="303030"/>
              </a:buClr>
              <a:buSzPts val="2000"/>
              <a:buChar char="●"/>
            </a:pPr>
            <a:r>
              <a:rPr lang="en-US" sz="2000" b="0" dirty="0">
                <a:solidFill>
                  <a:srgbClr val="303030"/>
                </a:solidFill>
              </a:rPr>
              <a:t>Chris Funk, CHC</a:t>
            </a:r>
            <a:endParaRPr sz="2000" b="0" dirty="0">
              <a:solidFill>
                <a:srgbClr val="303030"/>
              </a:solidFill>
            </a:endParaRPr>
          </a:p>
          <a:p>
            <a:pPr marL="457200" lvl="0" indent="-355600" algn="l" rtl="0">
              <a:spcBef>
                <a:spcPts val="0"/>
              </a:spcBef>
              <a:spcAft>
                <a:spcPts val="0"/>
              </a:spcAft>
              <a:buClr>
                <a:srgbClr val="303030"/>
              </a:buClr>
              <a:buSzPts val="2000"/>
              <a:buChar char="●"/>
            </a:pPr>
            <a:r>
              <a:rPr lang="en-US" sz="2000" b="0" dirty="0">
                <a:solidFill>
                  <a:srgbClr val="303030"/>
                </a:solidFill>
              </a:rPr>
              <a:t>Alec Jong, CHC</a:t>
            </a:r>
            <a:endParaRPr sz="2000" b="0" dirty="0">
              <a:solidFill>
                <a:srgbClr val="303030"/>
              </a:solidFill>
            </a:endParaRPr>
          </a:p>
          <a:p>
            <a:pPr marL="457200" lvl="0" indent="-355600" algn="l" rtl="0">
              <a:lnSpc>
                <a:spcPct val="100000"/>
              </a:lnSpc>
              <a:spcBef>
                <a:spcPts val="0"/>
              </a:spcBef>
              <a:spcAft>
                <a:spcPts val="0"/>
              </a:spcAft>
              <a:buClr>
                <a:srgbClr val="303030"/>
              </a:buClr>
              <a:buSzPts val="2000"/>
              <a:buChar char="●"/>
            </a:pPr>
            <a:r>
              <a:rPr lang="en-US" sz="2000" b="0" dirty="0">
                <a:solidFill>
                  <a:srgbClr val="303030"/>
                </a:solidFill>
              </a:rPr>
              <a:t>Genevieve Flaspohler, </a:t>
            </a:r>
            <a:r>
              <a:rPr lang="en-US" sz="2000" b="0" dirty="0" err="1">
                <a:solidFill>
                  <a:srgbClr val="303030"/>
                </a:solidFill>
              </a:rPr>
              <a:t>Rhiza</a:t>
            </a:r>
            <a:r>
              <a:rPr lang="en-US" sz="2000" b="0" dirty="0">
                <a:solidFill>
                  <a:srgbClr val="303030"/>
                </a:solidFill>
              </a:rPr>
              <a:t> Research </a:t>
            </a:r>
            <a:endParaRPr sz="2000" b="0" dirty="0">
              <a:solidFill>
                <a:srgbClr val="303030"/>
              </a:solidFill>
            </a:endParaRPr>
          </a:p>
          <a:p>
            <a:pPr marL="457200" lvl="0" indent="-355600" algn="l" rtl="0">
              <a:spcBef>
                <a:spcPts val="0"/>
              </a:spcBef>
              <a:spcAft>
                <a:spcPts val="0"/>
              </a:spcAft>
              <a:buClr>
                <a:srgbClr val="303030"/>
              </a:buClr>
              <a:buSzPts val="2000"/>
              <a:buChar char="●"/>
            </a:pPr>
            <a:r>
              <a:rPr lang="en-US" sz="2000" b="0" dirty="0" err="1">
                <a:solidFill>
                  <a:srgbClr val="303030"/>
                </a:solidFill>
              </a:rPr>
              <a:t>Shraddhanand</a:t>
            </a:r>
            <a:r>
              <a:rPr lang="en-US" sz="2000" b="0" dirty="0">
                <a:solidFill>
                  <a:srgbClr val="303030"/>
                </a:solidFill>
              </a:rPr>
              <a:t> Shukla, CHC</a:t>
            </a:r>
            <a:endParaRPr sz="2000" b="0" dirty="0">
              <a:solidFill>
                <a:srgbClr val="303030"/>
              </a:solidFill>
            </a:endParaRPr>
          </a:p>
          <a:p>
            <a:pPr marL="0" lvl="0" indent="0" algn="l" rtl="0">
              <a:spcBef>
                <a:spcPts val="480"/>
              </a:spcBef>
              <a:spcAft>
                <a:spcPts val="0"/>
              </a:spcAft>
              <a:buNone/>
            </a:pPr>
            <a:endParaRPr sz="2000" b="0" dirty="0">
              <a:solidFill>
                <a:srgbClr val="303030"/>
              </a:solidFill>
            </a:endParaRPr>
          </a:p>
          <a:p>
            <a:pPr marL="0" lvl="0" indent="0" algn="l" rtl="0">
              <a:spcBef>
                <a:spcPts val="480"/>
              </a:spcBef>
              <a:spcAft>
                <a:spcPts val="0"/>
              </a:spcAft>
              <a:buNone/>
            </a:pPr>
            <a:r>
              <a:rPr lang="en-US" sz="2000" b="0" dirty="0">
                <a:solidFill>
                  <a:srgbClr val="303030"/>
                </a:solidFill>
              </a:rPr>
              <a:t>For questions, email </a:t>
            </a:r>
            <a:r>
              <a:rPr lang="en-US" sz="2000" b="0" u="sng" dirty="0">
                <a:solidFill>
                  <a:schemeClr val="hlink"/>
                </a:solidFill>
                <a:hlinkClick r:id="rId6"/>
              </a:rPr>
              <a:t>s2skenya@rhizaresearch.org</a:t>
            </a:r>
            <a:endParaRPr sz="2000" b="0" dirty="0">
              <a:solidFill>
                <a:srgbClr val="303030"/>
              </a:solidFill>
            </a:endParaRPr>
          </a:p>
          <a:p>
            <a:pPr marL="0" lvl="0" indent="0" algn="l" rtl="0">
              <a:spcBef>
                <a:spcPts val="480"/>
              </a:spcBef>
              <a:spcAft>
                <a:spcPts val="0"/>
              </a:spcAft>
              <a:buNone/>
            </a:pPr>
            <a:endParaRPr sz="2000" b="0" dirty="0">
              <a:solidFill>
                <a:srgbClr val="303030"/>
              </a:solidFill>
            </a:endParaRPr>
          </a:p>
        </p:txBody>
      </p:sp>
      <p:pic>
        <p:nvPicPr>
          <p:cNvPr id="120" name="Google Shape;120;g3c25abfedcb_0_43"/>
          <p:cNvPicPr preferRelativeResize="0"/>
          <p:nvPr/>
        </p:nvPicPr>
        <p:blipFill>
          <a:blip r:embed="rId7">
            <a:alphaModFix/>
          </a:blip>
          <a:stretch>
            <a:fillRect/>
          </a:stretch>
        </p:blipFill>
        <p:spPr>
          <a:xfrm>
            <a:off x="10049450" y="568275"/>
            <a:ext cx="1350775" cy="1350775"/>
          </a:xfrm>
          <a:prstGeom prst="rect">
            <a:avLst/>
          </a:prstGeom>
          <a:noFill/>
          <a:ln>
            <a:noFill/>
          </a:ln>
        </p:spPr>
      </p:pic>
      <p:pic>
        <p:nvPicPr>
          <p:cNvPr id="121" name="Google Shape;121;g3c25abfedcb_0_43"/>
          <p:cNvPicPr preferRelativeResize="0"/>
          <p:nvPr/>
        </p:nvPicPr>
        <p:blipFill rotWithShape="1">
          <a:blip r:embed="rId8">
            <a:alphaModFix/>
          </a:blip>
          <a:srcRect/>
          <a:stretch/>
        </p:blipFill>
        <p:spPr>
          <a:xfrm>
            <a:off x="5628621" y="5418102"/>
            <a:ext cx="1350775" cy="719320"/>
          </a:xfrm>
          <a:prstGeom prst="rect">
            <a:avLst/>
          </a:prstGeom>
          <a:noFill/>
          <a:ln>
            <a:noFill/>
          </a:ln>
        </p:spPr>
      </p:pic>
      <p:pic>
        <p:nvPicPr>
          <p:cNvPr id="122" name="Google Shape;122;g3c25abfedcb_0_43"/>
          <p:cNvPicPr preferRelativeResize="0"/>
          <p:nvPr/>
        </p:nvPicPr>
        <p:blipFill rotWithShape="1">
          <a:blip r:embed="rId9">
            <a:alphaModFix/>
          </a:blip>
          <a:srcRect l="5258" t="31191" r="5623" b="34392"/>
          <a:stretch/>
        </p:blipFill>
        <p:spPr>
          <a:xfrm>
            <a:off x="7203325" y="5432488"/>
            <a:ext cx="1801000" cy="69056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3f84ffdcb31_1_8"/>
          <p:cNvSpPr txBox="1">
            <a:spLocks noGrp="1"/>
          </p:cNvSpPr>
          <p:nvPr>
            <p:ph type="body" idx="1"/>
          </p:nvPr>
        </p:nvSpPr>
        <p:spPr>
          <a:xfrm>
            <a:off x="812800" y="309497"/>
            <a:ext cx="5239200" cy="1455600"/>
          </a:xfrm>
          <a:prstGeom prst="rect">
            <a:avLst/>
          </a:prstGeom>
        </p:spPr>
        <p:txBody>
          <a:bodyPr spcFirstLastPara="1" wrap="square" lIns="0" tIns="0" rIns="121900" bIns="0" anchor="b" anchorCtr="0">
            <a:normAutofit/>
          </a:bodyPr>
          <a:lstStyle/>
          <a:p>
            <a:pPr marL="0" lvl="0" indent="0" algn="l" rtl="0">
              <a:spcBef>
                <a:spcPts val="0"/>
              </a:spcBef>
              <a:spcAft>
                <a:spcPts val="0"/>
              </a:spcAft>
              <a:buNone/>
            </a:pPr>
            <a:r>
              <a:rPr lang="en-US">
                <a:latin typeface="Cambria"/>
                <a:ea typeface="Cambria"/>
                <a:cs typeface="Cambria"/>
                <a:sym typeface="Cambria"/>
              </a:rPr>
              <a:t>Table of Contents</a:t>
            </a:r>
            <a:endParaRPr>
              <a:latin typeface="Cambria"/>
              <a:ea typeface="Cambria"/>
              <a:cs typeface="Cambria"/>
              <a:sym typeface="Cambria"/>
            </a:endParaRPr>
          </a:p>
        </p:txBody>
      </p:sp>
      <p:sp>
        <p:nvSpPr>
          <p:cNvPr id="129" name="Google Shape;129;g3f84ffdcb31_1_8"/>
          <p:cNvSpPr txBox="1">
            <a:spLocks noGrp="1"/>
          </p:cNvSpPr>
          <p:nvPr>
            <p:ph type="body" idx="2"/>
          </p:nvPr>
        </p:nvSpPr>
        <p:spPr>
          <a:xfrm>
            <a:off x="812800" y="1765188"/>
            <a:ext cx="5247900" cy="4104600"/>
          </a:xfrm>
          <a:prstGeom prst="rect">
            <a:avLst/>
          </a:prstGeom>
        </p:spPr>
        <p:txBody>
          <a:bodyPr spcFirstLastPara="1" wrap="square" lIns="0" tIns="304800" rIns="121900" bIns="0" anchor="t" anchorCtr="0">
            <a:normAutofit/>
          </a:bodyPr>
          <a:lstStyle/>
          <a:p>
            <a:pPr marL="457200" lvl="0" indent="-368300" algn="l" rtl="0">
              <a:spcBef>
                <a:spcPts val="0"/>
              </a:spcBef>
              <a:spcAft>
                <a:spcPts val="0"/>
              </a:spcAft>
              <a:buSzPts val="2200"/>
              <a:buFont typeface="Karla"/>
              <a:buAutoNum type="arabicPeriod"/>
            </a:pPr>
            <a:r>
              <a:rPr lang="en-US" sz="2200" u="sng" dirty="0">
                <a:solidFill>
                  <a:schemeClr val="hlink"/>
                </a:solidFill>
                <a:latin typeface="Karla"/>
                <a:ea typeface="Karla"/>
                <a:cs typeface="Karla"/>
                <a:sym typeface="Karla"/>
                <a:hlinkClick r:id="rId3" action="ppaction://hlinksldjump"/>
              </a:rPr>
              <a:t>Outlook Summary </a:t>
            </a:r>
            <a:endParaRPr sz="2200" dirty="0">
              <a:latin typeface="Karla"/>
              <a:ea typeface="Karla"/>
              <a:cs typeface="Karla"/>
              <a:sym typeface="Karla"/>
            </a:endParaRPr>
          </a:p>
          <a:p>
            <a:pPr marL="457200" lvl="0" indent="-368300" algn="l" rtl="0">
              <a:spcBef>
                <a:spcPts val="1000"/>
              </a:spcBef>
              <a:spcAft>
                <a:spcPts val="0"/>
              </a:spcAft>
              <a:buSzPts val="2200"/>
              <a:buFont typeface="Karla"/>
              <a:buAutoNum type="arabicPeriod"/>
            </a:pPr>
            <a:r>
              <a:rPr lang="en-US" sz="2200" u="sng" dirty="0">
                <a:solidFill>
                  <a:schemeClr val="hlink"/>
                </a:solidFill>
                <a:latin typeface="Karla"/>
                <a:ea typeface="Karla"/>
                <a:cs typeface="Karla"/>
                <a:sym typeface="Karla"/>
                <a:hlinkClick r:id="rId4" action="ppaction://hlinksldjump"/>
              </a:rPr>
              <a:t>Recent Observations</a:t>
            </a:r>
            <a:endParaRPr sz="2200" dirty="0">
              <a:latin typeface="Karla"/>
              <a:ea typeface="Karla"/>
              <a:cs typeface="Karla"/>
              <a:sym typeface="Karla"/>
            </a:endParaRPr>
          </a:p>
          <a:p>
            <a:pPr marL="457200" lvl="0" indent="-368300" algn="l" rtl="0">
              <a:spcBef>
                <a:spcPts val="1000"/>
              </a:spcBef>
              <a:spcAft>
                <a:spcPts val="0"/>
              </a:spcAft>
              <a:buSzPts val="2200"/>
              <a:buFont typeface="Karla"/>
              <a:buAutoNum type="arabicPeriod"/>
            </a:pPr>
            <a:r>
              <a:rPr lang="en-US" sz="2200" u="sng" dirty="0">
                <a:solidFill>
                  <a:schemeClr val="hlink"/>
                </a:solidFill>
                <a:latin typeface="Karla"/>
                <a:ea typeface="Karla"/>
                <a:cs typeface="Karla"/>
                <a:sym typeface="Karla"/>
                <a:hlinkClick r:id="rId5" action="ppaction://hlinksldjump"/>
              </a:rPr>
              <a:t>Last Week’s Forecast Verification</a:t>
            </a:r>
            <a:endParaRPr sz="2200" dirty="0">
              <a:latin typeface="Karla"/>
              <a:ea typeface="Karla"/>
              <a:cs typeface="Karla"/>
              <a:sym typeface="Karla"/>
            </a:endParaRPr>
          </a:p>
          <a:p>
            <a:pPr marL="457200" lvl="0" indent="-368300" algn="l" rtl="0">
              <a:spcBef>
                <a:spcPts val="1000"/>
              </a:spcBef>
              <a:spcAft>
                <a:spcPts val="0"/>
              </a:spcAft>
              <a:buSzPts val="2200"/>
              <a:buFont typeface="Karla"/>
              <a:buAutoNum type="arabicPeriod"/>
            </a:pPr>
            <a:r>
              <a:rPr lang="en-US" sz="2200" u="sng" dirty="0">
                <a:solidFill>
                  <a:schemeClr val="hlink"/>
                </a:solidFill>
                <a:latin typeface="Karla"/>
                <a:ea typeface="Karla"/>
                <a:cs typeface="Karla"/>
                <a:sym typeface="Karla"/>
                <a:hlinkClick r:id="rId6" action="ppaction://hlinksldjump"/>
              </a:rPr>
              <a:t>This Week’s Forecasts</a:t>
            </a:r>
            <a:endParaRPr sz="2200" dirty="0">
              <a:latin typeface="Karla"/>
              <a:ea typeface="Karla"/>
              <a:cs typeface="Karla"/>
              <a:sym typeface="Karla"/>
            </a:endParaRPr>
          </a:p>
          <a:p>
            <a:pPr marL="457200" lvl="0" indent="-368300" algn="l" rtl="0">
              <a:spcBef>
                <a:spcPts val="1000"/>
              </a:spcBef>
              <a:spcAft>
                <a:spcPts val="0"/>
              </a:spcAft>
              <a:buSzPts val="2200"/>
              <a:buFont typeface="Karla"/>
              <a:buAutoNum type="arabicPeriod"/>
            </a:pPr>
            <a:r>
              <a:rPr lang="en-US" sz="2200" u="sng" dirty="0" err="1">
                <a:solidFill>
                  <a:schemeClr val="hlink"/>
                </a:solidFill>
                <a:latin typeface="Karla"/>
                <a:ea typeface="Karla"/>
                <a:cs typeface="Karla"/>
                <a:sym typeface="Karla"/>
                <a:hlinkClick r:id="rId7" action="ppaction://hlinksldjump"/>
              </a:rPr>
              <a:t>Agrometeorolgical</a:t>
            </a:r>
            <a:r>
              <a:rPr lang="en-US" sz="2200" u="sng" dirty="0">
                <a:solidFill>
                  <a:schemeClr val="hlink"/>
                </a:solidFill>
                <a:latin typeface="Karla"/>
                <a:ea typeface="Karla"/>
                <a:cs typeface="Karla"/>
                <a:sym typeface="Karla"/>
                <a:hlinkClick r:id="rId7" action="ppaction://hlinksldjump"/>
              </a:rPr>
              <a:t> Indicators</a:t>
            </a:r>
            <a:endParaRPr sz="2200" dirty="0">
              <a:latin typeface="Karla"/>
              <a:ea typeface="Karla"/>
              <a:cs typeface="Karla"/>
              <a:sym typeface="Karla"/>
            </a:endParaRPr>
          </a:p>
          <a:p>
            <a:pPr marL="457200" lvl="0" indent="-368300" algn="l" rtl="0">
              <a:spcBef>
                <a:spcPts val="1000"/>
              </a:spcBef>
              <a:spcAft>
                <a:spcPts val="0"/>
              </a:spcAft>
              <a:buSzPts val="2200"/>
              <a:buFont typeface="Karla"/>
              <a:buAutoNum type="arabicPeriod"/>
            </a:pPr>
            <a:r>
              <a:rPr lang="en-US" sz="2200" u="sng" dirty="0">
                <a:solidFill>
                  <a:schemeClr val="hlink"/>
                </a:solidFill>
                <a:latin typeface="Karla"/>
                <a:ea typeface="Karla"/>
                <a:cs typeface="Karla"/>
                <a:sym typeface="Karla"/>
                <a:hlinkClick r:id="rId8" action="ppaction://hlinksldjump"/>
              </a:rPr>
              <a:t>AI Model Forecasts</a:t>
            </a:r>
            <a:r>
              <a:rPr lang="en-US" sz="2200" dirty="0">
                <a:latin typeface="Karla"/>
                <a:ea typeface="Karla"/>
                <a:cs typeface="Karla"/>
                <a:sym typeface="Karla"/>
              </a:rPr>
              <a:t> [Coming Soon]</a:t>
            </a:r>
            <a:endParaRPr sz="2200" dirty="0">
              <a:latin typeface="Karla"/>
              <a:ea typeface="Karla"/>
              <a:cs typeface="Karla"/>
              <a:sym typeface="Karla"/>
            </a:endParaRPr>
          </a:p>
          <a:p>
            <a:pPr marL="457200" lvl="0" indent="-368300" algn="l" rtl="0">
              <a:spcBef>
                <a:spcPts val="1000"/>
              </a:spcBef>
              <a:spcAft>
                <a:spcPts val="0"/>
              </a:spcAft>
              <a:buSzPts val="2200"/>
              <a:buFont typeface="Karla"/>
              <a:buAutoNum type="arabicPeriod"/>
            </a:pPr>
            <a:r>
              <a:rPr lang="en-US" sz="2200" u="sng" dirty="0">
                <a:solidFill>
                  <a:schemeClr val="hlink"/>
                </a:solidFill>
                <a:latin typeface="Karla"/>
                <a:ea typeface="Karla"/>
                <a:cs typeface="Karla"/>
                <a:sym typeface="Karla"/>
                <a:hlinkClick r:id="rId9" action="ppaction://hlinksldjump"/>
              </a:rPr>
              <a:t>Appendices</a:t>
            </a:r>
            <a:endParaRPr sz="2200" dirty="0">
              <a:latin typeface="Karla"/>
              <a:ea typeface="Karla"/>
              <a:cs typeface="Karla"/>
              <a:sym typeface="Karla"/>
            </a:endParaRPr>
          </a:p>
          <a:p>
            <a:pPr marL="0" lvl="0" indent="0" algn="l" rtl="0">
              <a:spcBef>
                <a:spcPts val="1000"/>
              </a:spcBef>
              <a:spcAft>
                <a:spcPts val="0"/>
              </a:spcAft>
              <a:buNone/>
            </a:pPr>
            <a:endParaRPr dirty="0">
              <a:latin typeface="Karla"/>
              <a:ea typeface="Karla"/>
              <a:cs typeface="Karla"/>
              <a:sym typeface="Karla"/>
            </a:endParaRPr>
          </a:p>
          <a:p>
            <a:pPr marL="0" lvl="0" indent="0" algn="l" rtl="0">
              <a:spcBef>
                <a:spcPts val="0"/>
              </a:spcBef>
              <a:spcAft>
                <a:spcPts val="0"/>
              </a:spcAft>
              <a:buNone/>
            </a:pPr>
            <a:endParaRPr dirty="0">
              <a:latin typeface="Karla"/>
              <a:ea typeface="Karla"/>
              <a:cs typeface="Karla"/>
              <a:sym typeface="Karl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f84ffdcb31_1_48"/>
          <p:cNvSpPr txBox="1">
            <a:spLocks noGrp="1"/>
          </p:cNvSpPr>
          <p:nvPr>
            <p:ph type="title"/>
          </p:nvPr>
        </p:nvSpPr>
        <p:spPr>
          <a:xfrm>
            <a:off x="403761" y="2695700"/>
            <a:ext cx="11412300" cy="895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Summary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9"/>
        <p:cNvGrpSpPr/>
        <p:nvPr/>
      </p:nvGrpSpPr>
      <p:grpSpPr>
        <a:xfrm>
          <a:off x="0" y="0"/>
          <a:ext cx="0" cy="0"/>
          <a:chOff x="0" y="0"/>
          <a:chExt cx="0" cy="0"/>
        </a:xfrm>
      </p:grpSpPr>
      <p:sp>
        <p:nvSpPr>
          <p:cNvPr id="140" name="Google Shape;140;g3f84ffdcb31_0_629"/>
          <p:cNvSpPr/>
          <p:nvPr/>
        </p:nvSpPr>
        <p:spPr>
          <a:xfrm>
            <a:off x="-1"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1" name="sum title"/>
          <p:cNvSpPr txBox="1">
            <a:spLocks noGrp="1"/>
          </p:cNvSpPr>
          <p:nvPr>
            <p:ph type="title"/>
          </p:nvPr>
        </p:nvSpPr>
        <p:spPr>
          <a:xfrm>
            <a:off x="431945" y="266698"/>
            <a:ext cx="6002100" cy="1495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Play"/>
              <a:buNone/>
            </a:pPr>
            <a:r>
              <a:rPr lang="en-US" sz="4000" dirty="0"/>
              <a:t>7 Sept 2026 Outlook</a:t>
            </a:r>
            <a:endParaRPr dirty="0"/>
          </a:p>
        </p:txBody>
      </p:sp>
      <p:pic>
        <p:nvPicPr>
          <p:cNvPr id="142" name="Google Shape;142;g3f84ffdcb31_0_629"/>
          <p:cNvPicPr preferRelativeResize="0"/>
          <p:nvPr/>
        </p:nvPicPr>
        <p:blipFill rotWithShape="1">
          <a:blip r:embed="rId3">
            <a:alphaModFix/>
          </a:blip>
          <a:srcRect l="13700" r="45897"/>
          <a:stretch/>
        </p:blipFill>
        <p:spPr>
          <a:xfrm>
            <a:off x="7199440" y="10"/>
            <a:ext cx="4992559" cy="6857990"/>
          </a:xfrm>
          <a:prstGeom prst="rect">
            <a:avLst/>
          </a:prstGeom>
          <a:noFill/>
          <a:ln>
            <a:noFill/>
          </a:ln>
        </p:spPr>
      </p:pic>
      <p:grpSp>
        <p:nvGrpSpPr>
          <p:cNvPr id="143" name="Google Shape;143;g3f84ffdcb31_0_629"/>
          <p:cNvGrpSpPr/>
          <p:nvPr/>
        </p:nvGrpSpPr>
        <p:grpSpPr>
          <a:xfrm>
            <a:off x="7837173" y="6157034"/>
            <a:ext cx="3918933" cy="510236"/>
            <a:chOff x="7315201" y="6257813"/>
            <a:chExt cx="3918933" cy="510236"/>
          </a:xfrm>
        </p:grpSpPr>
        <p:pic>
          <p:nvPicPr>
            <p:cNvPr id="144" name="Google Shape;144;g3f84ffdcb31_0_629"/>
            <p:cNvPicPr preferRelativeResize="0"/>
            <p:nvPr/>
          </p:nvPicPr>
          <p:blipFill rotWithShape="1">
            <a:blip r:embed="rId4">
              <a:alphaModFix/>
            </a:blip>
            <a:srcRect/>
            <a:stretch/>
          </p:blipFill>
          <p:spPr>
            <a:xfrm>
              <a:off x="7315201" y="6258423"/>
              <a:ext cx="1100792" cy="509626"/>
            </a:xfrm>
            <a:prstGeom prst="rect">
              <a:avLst/>
            </a:prstGeom>
            <a:noFill/>
            <a:ln>
              <a:noFill/>
            </a:ln>
          </p:spPr>
        </p:pic>
        <p:pic>
          <p:nvPicPr>
            <p:cNvPr id="145" name="Google Shape;145;g3f84ffdcb31_0_629"/>
            <p:cNvPicPr preferRelativeResize="0"/>
            <p:nvPr/>
          </p:nvPicPr>
          <p:blipFill rotWithShape="1">
            <a:blip r:embed="rId5">
              <a:alphaModFix/>
            </a:blip>
            <a:srcRect/>
            <a:stretch/>
          </p:blipFill>
          <p:spPr>
            <a:xfrm>
              <a:off x="8397553" y="6257813"/>
              <a:ext cx="899503" cy="509626"/>
            </a:xfrm>
            <a:prstGeom prst="rect">
              <a:avLst/>
            </a:prstGeom>
            <a:noFill/>
            <a:ln>
              <a:noFill/>
            </a:ln>
          </p:spPr>
        </p:pic>
        <p:pic>
          <p:nvPicPr>
            <p:cNvPr id="146" name="Google Shape;146;g3f84ffdcb31_0_629"/>
            <p:cNvPicPr preferRelativeResize="0"/>
            <p:nvPr/>
          </p:nvPicPr>
          <p:blipFill rotWithShape="1">
            <a:blip r:embed="rId6">
              <a:alphaModFix/>
            </a:blip>
            <a:srcRect/>
            <a:stretch/>
          </p:blipFill>
          <p:spPr>
            <a:xfrm>
              <a:off x="10277139" y="6257813"/>
              <a:ext cx="956995" cy="509626"/>
            </a:xfrm>
            <a:prstGeom prst="rect">
              <a:avLst/>
            </a:prstGeom>
            <a:noFill/>
            <a:ln>
              <a:noFill/>
            </a:ln>
          </p:spPr>
        </p:pic>
        <p:pic>
          <p:nvPicPr>
            <p:cNvPr id="147" name="Google Shape;147;g3f84ffdcb31_0_629"/>
            <p:cNvPicPr preferRelativeResize="0"/>
            <p:nvPr/>
          </p:nvPicPr>
          <p:blipFill rotWithShape="1">
            <a:blip r:embed="rId7">
              <a:alphaModFix/>
            </a:blip>
            <a:srcRect/>
            <a:stretch/>
          </p:blipFill>
          <p:spPr>
            <a:xfrm>
              <a:off x="9286032" y="6257813"/>
              <a:ext cx="993288" cy="509625"/>
            </a:xfrm>
            <a:prstGeom prst="rect">
              <a:avLst/>
            </a:prstGeom>
            <a:solidFill>
              <a:schemeClr val="lt1"/>
            </a:solidFill>
            <a:ln>
              <a:noFill/>
            </a:ln>
          </p:spPr>
        </p:pic>
      </p:grpSp>
      <p:sp>
        <p:nvSpPr>
          <p:cNvPr id="148" name="sum_text"/>
          <p:cNvSpPr txBox="1">
            <a:spLocks noGrp="1"/>
          </p:cNvSpPr>
          <p:nvPr>
            <p:ph type="body" idx="1"/>
          </p:nvPr>
        </p:nvSpPr>
        <p:spPr>
          <a:xfrm>
            <a:off x="416013" y="1416570"/>
            <a:ext cx="6408300" cy="5174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700"/>
              <a:buNone/>
            </a:pPr>
            <a:r>
              <a:rPr lang="en-US" sz="1700" b="1" dirty="0">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Briefing outlook: </a:t>
            </a:r>
            <a:r>
              <a:rPr lang="en-US" sz="1700" dirty="0">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The forecast is defined by a sharp contrast between the extremely dry west and northwest and the persistently wet coastal strip. This pattern is consistent across all lead times for the first two weeks, with the dry signal in the interior slowly dissipating as the month progresses.</a:t>
            </a:r>
            <a:endParaRPr dirty="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endParaRPr>
          </a:p>
          <a:p>
            <a:pPr marL="0" lvl="0" indent="0" algn="l" rtl="0">
              <a:lnSpc>
                <a:spcPct val="90000"/>
              </a:lnSpc>
              <a:spcBef>
                <a:spcPts val="1800"/>
              </a:spcBef>
              <a:spcAft>
                <a:spcPts val="0"/>
              </a:spcAft>
              <a:buClr>
                <a:schemeClr val="dk1"/>
              </a:buClr>
              <a:buSzPts val="1700"/>
              <a:buNone/>
            </a:pPr>
            <a:r>
              <a:rPr lang="en-US" sz="1700" dirty="0">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There is strong agreement among all sources on the dry signal in the northwest and the wet signal on the coast, though the magnitude of these events varies significantly between raw ensemble output and downscaled data. The western highlands remain the most uncertain region, where downscaled products suggest much higher rainfall totals than the raw model output.</a:t>
            </a:r>
            <a:endParaRPr dirty="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endParaRPr>
          </a:p>
          <a:p>
            <a:pPr marL="0" lvl="0" indent="0" algn="l" rtl="0">
              <a:lnSpc>
                <a:spcPct val="90000"/>
              </a:lnSpc>
              <a:spcBef>
                <a:spcPts val="1800"/>
              </a:spcBef>
              <a:spcAft>
                <a:spcPts val="0"/>
              </a:spcAft>
              <a:buClr>
                <a:schemeClr val="dk1"/>
              </a:buClr>
              <a:buSzPts val="1700"/>
              <a:buNone/>
            </a:pPr>
            <a:r>
              <a:rPr lang="en-US" sz="1700" dirty="0">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Given the substantial skill degradation beyond week 2, the current indications of a late-month moisture increase in the interior should be viewed as a tentative trend rather than a firm outlook. Forecasters should prioritize monitoring the high-intensity coastal signals for potential localized impacts, while maintaining a dry-hazard watch for the western zones.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f880911230_3_125"/>
          <p:cNvSpPr txBox="1">
            <a:spLocks noGrp="1"/>
          </p:cNvSpPr>
          <p:nvPr>
            <p:ph type="title"/>
          </p:nvPr>
        </p:nvSpPr>
        <p:spPr>
          <a:xfrm>
            <a:off x="403761" y="2695700"/>
            <a:ext cx="11412300" cy="988026"/>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Recent Observations </a:t>
            </a:r>
            <a:br>
              <a:rPr lang="en-US" dirty="0"/>
            </a:br>
            <a:endParaRPr dirty="0"/>
          </a:p>
        </p:txBody>
      </p:sp>
      <p:sp>
        <p:nvSpPr>
          <p:cNvPr id="2" name="gen_date">
            <a:extLst>
              <a:ext uri="{FF2B5EF4-FFF2-40B4-BE49-F238E27FC236}">
                <a16:creationId xmlns:a16="http://schemas.microsoft.com/office/drawing/2014/main" id="{A18E3E87-D960-FB05-7C34-F8EA6E77F1EA}"/>
              </a:ext>
            </a:extLst>
          </p:cNvPr>
          <p:cNvSpPr txBox="1"/>
          <p:nvPr/>
        </p:nvSpPr>
        <p:spPr>
          <a:xfrm>
            <a:off x="575034" y="3429000"/>
            <a:ext cx="8757501" cy="369332"/>
          </a:xfrm>
          <a:prstGeom prst="rect">
            <a:avLst/>
          </a:prstGeom>
          <a:noFill/>
        </p:spPr>
        <p:txBody>
          <a:bodyPr wrap="square" rtlCol="0">
            <a:spAutoFit/>
          </a:bodyPr>
          <a:lstStyle/>
          <a:p>
            <a:r>
              <a:rPr lang="en-US" sz="1800" i="1" dirty="0">
                <a:latin typeface="Karla"/>
                <a:ea typeface="Karla"/>
                <a:cs typeface="Karla"/>
                <a:sym typeface="Karla"/>
              </a:rPr>
              <a:t>Generated  -date- by KMSA S2S Nimbus Pilot </a:t>
            </a:r>
            <a:r>
              <a:rPr lang="en-US" sz="1800" i="1" u="sng" dirty="0" err="1">
                <a:solidFill>
                  <a:schemeClr val="hlink"/>
                </a:solidFill>
                <a:latin typeface="Karla"/>
                <a:ea typeface="Karla"/>
                <a:cs typeface="Karla"/>
                <a:sym typeface="Karla"/>
                <a:hlinkClick r:id="rId3"/>
              </a:rPr>
              <a:t>Github</a:t>
            </a:r>
            <a:r>
              <a:rPr lang="en-US" sz="1800" i="1" u="sng" dirty="0">
                <a:solidFill>
                  <a:schemeClr val="hlink"/>
                </a:solidFill>
                <a:latin typeface="Karla"/>
                <a:ea typeface="Karla"/>
                <a:cs typeface="Karla"/>
                <a:sym typeface="Karla"/>
                <a:hlinkClick r:id="rId3"/>
              </a:rPr>
              <a:t> workflow</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chirps_kenya_weekly_anomaly"/>
          <p:cNvPicPr preferRelativeResize="0"/>
          <p:nvPr/>
        </p:nvPicPr>
        <p:blipFill>
          <a:blip r:embed="rId3">
            <a:alphaModFix/>
          </a:blip>
          <a:stretch>
            <a:fillRect/>
          </a:stretch>
        </p:blipFill>
        <p:spPr>
          <a:xfrm>
            <a:off x="2498263" y="3915165"/>
            <a:ext cx="7195474" cy="2741136"/>
          </a:xfrm>
          <a:prstGeom prst="rect">
            <a:avLst/>
          </a:prstGeom>
          <a:noFill/>
          <a:ln>
            <a:noFill/>
          </a:ln>
        </p:spPr>
      </p:pic>
      <p:sp>
        <p:nvSpPr>
          <p:cNvPr id="162" name="Google Shape;162;g3f876f4b115_0_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sz="2700" b="1">
                <a:solidFill>
                  <a:schemeClr val="lt1"/>
                </a:solidFill>
              </a:rPr>
              <a:t>Recent Rainfall Observations: </a:t>
            </a:r>
            <a:r>
              <a:rPr lang="en-US" sz="2700" b="1"/>
              <a:t>Kenya</a:t>
            </a:r>
            <a:endParaRPr/>
          </a:p>
        </p:txBody>
      </p:sp>
      <p:sp>
        <p:nvSpPr>
          <p:cNvPr id="163" name="Google Shape;163;g3f876f4b115_0_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7</a:t>
            </a:fld>
            <a:endParaRPr/>
          </a:p>
        </p:txBody>
      </p:sp>
      <p:sp>
        <p:nvSpPr>
          <p:cNvPr id="164" name="Google Shape;164;g3f876f4b115_0_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Data from CHIRPS v3 Prelim</a:t>
            </a:r>
            <a:endParaRPr/>
          </a:p>
        </p:txBody>
      </p:sp>
      <p:pic>
        <p:nvPicPr>
          <p:cNvPr id="165" name="chirps_kenya_weekly_rainfall"/>
          <p:cNvPicPr preferRelativeResize="0"/>
          <p:nvPr/>
        </p:nvPicPr>
        <p:blipFill>
          <a:blip r:embed="rId4">
            <a:alphaModFix/>
          </a:blip>
          <a:stretch>
            <a:fillRect/>
          </a:stretch>
        </p:blipFill>
        <p:spPr>
          <a:xfrm>
            <a:off x="2498592" y="1065200"/>
            <a:ext cx="7194819" cy="2736701"/>
          </a:xfrm>
          <a:prstGeom prst="rect">
            <a:avLst/>
          </a:prstGeom>
          <a:noFill/>
          <a:ln>
            <a:noFill/>
          </a:ln>
        </p:spPr>
      </p:pic>
      <p:pic>
        <p:nvPicPr>
          <p:cNvPr id="166" name="Google Shape;166;g3f876f4b115_0_5" descr="gklogo"/>
          <p:cNvPicPr preferRelativeResize="0"/>
          <p:nvPr/>
        </p:nvPicPr>
        <p:blipFill rotWithShape="1">
          <a:blip r:embed="rId5">
            <a:alphaModFix/>
          </a:blip>
          <a:srcRect/>
          <a:stretch/>
        </p:blipFill>
        <p:spPr>
          <a:xfrm>
            <a:off x="11238623" y="107275"/>
            <a:ext cx="806040" cy="739440"/>
          </a:xfrm>
          <a:prstGeom prst="rect">
            <a:avLst/>
          </a:prstGeom>
          <a:noFill/>
          <a:ln>
            <a:noFill/>
          </a:ln>
        </p:spPr>
      </p:pic>
      <p:pic>
        <p:nvPicPr>
          <p:cNvPr id="167" name="Google Shape;167;g3f876f4b115_0_5" descr="C:\Documents and Settings\Administrator\Desktop\3dflags_ken0001-0003a.gif"/>
          <p:cNvPicPr preferRelativeResize="0"/>
          <p:nvPr/>
        </p:nvPicPr>
        <p:blipFill rotWithShape="1">
          <a:blip r:embed="rId6">
            <a:alphaModFix/>
          </a:blip>
          <a:srcRect/>
          <a:stretch/>
        </p:blipFill>
        <p:spPr>
          <a:xfrm>
            <a:off x="147338" y="101700"/>
            <a:ext cx="1002960" cy="750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f876f4b115_0_84"/>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sz="2700" b="1">
                <a:solidFill>
                  <a:schemeClr val="lt1"/>
                </a:solidFill>
              </a:rPr>
              <a:t>Recent Rainfall Observations: </a:t>
            </a:r>
            <a:r>
              <a:rPr lang="en-US" sz="2700" b="1"/>
              <a:t>Eastern Africa</a:t>
            </a:r>
            <a:endParaRPr/>
          </a:p>
        </p:txBody>
      </p:sp>
      <p:sp>
        <p:nvSpPr>
          <p:cNvPr id="174" name="Google Shape;174;g3f876f4b115_0_84"/>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8</a:t>
            </a:fld>
            <a:endParaRPr/>
          </a:p>
        </p:txBody>
      </p:sp>
      <p:sp>
        <p:nvSpPr>
          <p:cNvPr id="175" name="Google Shape;175;g3f876f4b115_0_84"/>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Data from CHIRPS v3 Prelim</a:t>
            </a:r>
            <a:endParaRPr/>
          </a:p>
        </p:txBody>
      </p:sp>
      <p:pic>
        <p:nvPicPr>
          <p:cNvPr id="176" name="chirps_east_africa_weekly_rainfall"/>
          <p:cNvPicPr preferRelativeResize="0"/>
          <p:nvPr/>
        </p:nvPicPr>
        <p:blipFill>
          <a:blip r:embed="rId3">
            <a:alphaModFix/>
          </a:blip>
          <a:stretch>
            <a:fillRect/>
          </a:stretch>
        </p:blipFill>
        <p:spPr>
          <a:xfrm>
            <a:off x="2659475" y="954000"/>
            <a:ext cx="6873058" cy="2890896"/>
          </a:xfrm>
          <a:prstGeom prst="rect">
            <a:avLst/>
          </a:prstGeom>
          <a:noFill/>
          <a:ln>
            <a:noFill/>
          </a:ln>
        </p:spPr>
      </p:pic>
      <p:pic>
        <p:nvPicPr>
          <p:cNvPr id="177" name="chirps_east_africa_weekly_anomaly"/>
          <p:cNvPicPr preferRelativeResize="0"/>
          <p:nvPr/>
        </p:nvPicPr>
        <p:blipFill>
          <a:blip r:embed="rId4">
            <a:alphaModFix/>
          </a:blip>
          <a:stretch>
            <a:fillRect/>
          </a:stretch>
        </p:blipFill>
        <p:spPr>
          <a:xfrm>
            <a:off x="2659477" y="3820982"/>
            <a:ext cx="6873057" cy="2900468"/>
          </a:xfrm>
          <a:prstGeom prst="rect">
            <a:avLst/>
          </a:prstGeom>
          <a:noFill/>
          <a:ln>
            <a:noFill/>
          </a:ln>
        </p:spPr>
      </p:pic>
      <p:pic>
        <p:nvPicPr>
          <p:cNvPr id="178" name="Google Shape;178;g3f876f4b115_0_84" descr="gklogo"/>
          <p:cNvPicPr preferRelativeResize="0"/>
          <p:nvPr/>
        </p:nvPicPr>
        <p:blipFill rotWithShape="1">
          <a:blip r:embed="rId5">
            <a:alphaModFix/>
          </a:blip>
          <a:srcRect/>
          <a:stretch/>
        </p:blipFill>
        <p:spPr>
          <a:xfrm>
            <a:off x="11238623" y="107275"/>
            <a:ext cx="806040" cy="739440"/>
          </a:xfrm>
          <a:prstGeom prst="rect">
            <a:avLst/>
          </a:prstGeom>
          <a:noFill/>
          <a:ln>
            <a:noFill/>
          </a:ln>
        </p:spPr>
      </p:pic>
      <p:pic>
        <p:nvPicPr>
          <p:cNvPr id="179" name="Google Shape;179;g3f876f4b115_0_84" descr="C:\Documents and Settings\Administrator\Desktop\3dflags_ken0001-0003a.gif"/>
          <p:cNvPicPr preferRelativeResize="0"/>
          <p:nvPr/>
        </p:nvPicPr>
        <p:blipFill rotWithShape="1">
          <a:blip r:embed="rId6">
            <a:alphaModFix/>
          </a:blip>
          <a:srcRect/>
          <a:stretch/>
        </p:blipFill>
        <p:spPr>
          <a:xfrm>
            <a:off x="147338" y="101700"/>
            <a:ext cx="1002960" cy="750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f9e8720516_0_8"/>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sz="2700" b="1">
                <a:solidFill>
                  <a:schemeClr val="lt1"/>
                </a:solidFill>
              </a:rPr>
              <a:t>Recent Observations:</a:t>
            </a:r>
            <a:r>
              <a:rPr lang="en-US" sz="2700" b="1"/>
              <a:t> Station Data</a:t>
            </a:r>
            <a:endParaRPr/>
          </a:p>
        </p:txBody>
      </p:sp>
      <p:sp>
        <p:nvSpPr>
          <p:cNvPr id="186" name="Google Shape;186;g3f9e8720516_0_8"/>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9</a:t>
            </a:fld>
            <a:endParaRPr/>
          </a:p>
        </p:txBody>
      </p:sp>
      <p:sp>
        <p:nvSpPr>
          <p:cNvPr id="187" name="Google Shape;187;g3f9e8720516_0_8"/>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Data TAHMO Stations in 5 major cities</a:t>
            </a:r>
            <a:endParaRPr/>
          </a:p>
        </p:txBody>
      </p:sp>
      <p:pic>
        <p:nvPicPr>
          <p:cNvPr id="188" name="Google Shape;188;g3f9e8720516_0_8" descr="gklogo"/>
          <p:cNvPicPr preferRelativeResize="0"/>
          <p:nvPr/>
        </p:nvPicPr>
        <p:blipFill rotWithShape="1">
          <a:blip r:embed="rId3">
            <a:alphaModFix/>
          </a:blip>
          <a:srcRect/>
          <a:stretch/>
        </p:blipFill>
        <p:spPr>
          <a:xfrm>
            <a:off x="11238623" y="107275"/>
            <a:ext cx="806040" cy="739440"/>
          </a:xfrm>
          <a:prstGeom prst="rect">
            <a:avLst/>
          </a:prstGeom>
          <a:noFill/>
          <a:ln>
            <a:noFill/>
          </a:ln>
        </p:spPr>
      </p:pic>
      <p:pic>
        <p:nvPicPr>
          <p:cNvPr id="189" name="Google Shape;189;g3f9e8720516_0_8" descr="C:\Documents and Settings\Administrator\Desktop\3dflags_ken0001-0003a.gif"/>
          <p:cNvPicPr preferRelativeResize="0"/>
          <p:nvPr/>
        </p:nvPicPr>
        <p:blipFill rotWithShape="1">
          <a:blip r:embed="rId4">
            <a:alphaModFix/>
          </a:blip>
          <a:srcRect/>
          <a:stretch/>
        </p:blipFill>
        <p:spPr>
          <a:xfrm>
            <a:off x="147338" y="101700"/>
            <a:ext cx="1002960" cy="750600"/>
          </a:xfrm>
          <a:prstGeom prst="rect">
            <a:avLst/>
          </a:prstGeom>
          <a:noFill/>
          <a:ln>
            <a:noFill/>
          </a:ln>
        </p:spPr>
      </p:pic>
      <p:pic>
        <p:nvPicPr>
          <p:cNvPr id="190" name="tahmo_kenya_cities_rainfall"/>
          <p:cNvPicPr preferRelativeResize="0"/>
          <p:nvPr/>
        </p:nvPicPr>
        <p:blipFill>
          <a:blip r:embed="rId5">
            <a:alphaModFix/>
          </a:blip>
          <a:srcRect/>
          <a:stretch/>
        </p:blipFill>
        <p:spPr>
          <a:xfrm>
            <a:off x="409640" y="1157400"/>
            <a:ext cx="5020944" cy="2395266"/>
          </a:xfrm>
          <a:prstGeom prst="rect">
            <a:avLst/>
          </a:prstGeom>
          <a:noFill/>
          <a:ln>
            <a:noFill/>
          </a:ln>
        </p:spPr>
      </p:pic>
      <p:pic>
        <p:nvPicPr>
          <p:cNvPr id="191" name="tahmo_kenya_cities_temperature"/>
          <p:cNvPicPr preferRelativeResize="0"/>
          <p:nvPr/>
        </p:nvPicPr>
        <p:blipFill>
          <a:blip r:embed="rId6">
            <a:alphaModFix/>
          </a:blip>
          <a:srcRect/>
          <a:stretch/>
        </p:blipFill>
        <p:spPr>
          <a:xfrm>
            <a:off x="5767128" y="1064245"/>
            <a:ext cx="5539330" cy="2684651"/>
          </a:xfrm>
          <a:prstGeom prst="rect">
            <a:avLst/>
          </a:prstGeom>
          <a:noFill/>
          <a:ln>
            <a:noFill/>
          </a:ln>
        </p:spPr>
      </p:pic>
      <p:pic>
        <p:nvPicPr>
          <p:cNvPr id="192" name="tahmo_kenya_cities_humidity"/>
          <p:cNvPicPr preferRelativeResize="0"/>
          <p:nvPr/>
        </p:nvPicPr>
        <p:blipFill>
          <a:blip r:embed="rId7">
            <a:alphaModFix/>
          </a:blip>
          <a:srcRect/>
          <a:stretch/>
        </p:blipFill>
        <p:spPr>
          <a:xfrm>
            <a:off x="270303" y="3552666"/>
            <a:ext cx="5120303" cy="2671182"/>
          </a:xfrm>
          <a:prstGeom prst="rect">
            <a:avLst/>
          </a:prstGeom>
          <a:noFill/>
          <a:ln>
            <a:noFill/>
          </a:ln>
        </p:spPr>
      </p:pic>
      <p:graphicFrame>
        <p:nvGraphicFramePr>
          <p:cNvPr id="193" name="Google Shape;193;g3f9e8720516_0_8"/>
          <p:cNvGraphicFramePr/>
          <p:nvPr/>
        </p:nvGraphicFramePr>
        <p:xfrm>
          <a:off x="6349450" y="4128950"/>
          <a:ext cx="4743450" cy="2145275"/>
        </p:xfrm>
        <a:graphic>
          <a:graphicData uri="http://schemas.openxmlformats.org/drawingml/2006/table">
            <a:tbl>
              <a:tblPr>
                <a:solidFill>
                  <a:srgbClr val="FFFFFF"/>
                </a:solidFill>
                <a:tableStyleId>{C38F462A-C761-4D7F-B77F-D2EC0118C988}</a:tableStyleId>
              </a:tblPr>
              <a:tblGrid>
                <a:gridCol w="819150">
                  <a:extLst>
                    <a:ext uri="{9D8B030D-6E8A-4147-A177-3AD203B41FA5}">
                      <a16:colId xmlns:a16="http://schemas.microsoft.com/office/drawing/2014/main" val="20000"/>
                    </a:ext>
                  </a:extLst>
                </a:gridCol>
                <a:gridCol w="3133725">
                  <a:extLst>
                    <a:ext uri="{9D8B030D-6E8A-4147-A177-3AD203B41FA5}">
                      <a16:colId xmlns:a16="http://schemas.microsoft.com/office/drawing/2014/main" val="20001"/>
                    </a:ext>
                  </a:extLst>
                </a:gridCol>
                <a:gridCol w="790575">
                  <a:extLst>
                    <a:ext uri="{9D8B030D-6E8A-4147-A177-3AD203B41FA5}">
                      <a16:colId xmlns:a16="http://schemas.microsoft.com/office/drawing/2014/main" val="20002"/>
                    </a:ext>
                  </a:extLst>
                </a:gridCol>
              </a:tblGrid>
              <a:tr h="276225">
                <a:tc>
                  <a:txBody>
                    <a:bodyPr/>
                    <a:lstStyle/>
                    <a:p>
                      <a:pPr marL="0" lvl="0" indent="0" algn="l" rtl="0">
                        <a:lnSpc>
                          <a:spcPct val="171429"/>
                        </a:lnSpc>
                        <a:spcBef>
                          <a:spcPts val="0"/>
                        </a:spcBef>
                        <a:spcAft>
                          <a:spcPts val="0"/>
                        </a:spcAft>
                        <a:buNone/>
                      </a:pPr>
                      <a:r>
                        <a:rPr lang="en-US" sz="950">
                          <a:solidFill>
                            <a:srgbClr val="9B9B9B"/>
                          </a:solidFill>
                          <a:highlight>
                            <a:srgbClr val="FFFFFF"/>
                          </a:highlight>
                          <a:latin typeface="Roboto"/>
                          <a:ea typeface="Roboto"/>
                          <a:cs typeface="Roboto"/>
                          <a:sym typeface="Roboto"/>
                        </a:rPr>
                        <a:t>City</a:t>
                      </a:r>
                      <a:endParaRPr sz="950">
                        <a:solidFill>
                          <a:srgbClr val="9B9B9B"/>
                        </a:solidFill>
                        <a:highlight>
                          <a:srgbClr val="FFFFFF"/>
                        </a:highlight>
                        <a:latin typeface="Roboto"/>
                        <a:ea typeface="Roboto"/>
                        <a:cs typeface="Roboto"/>
                        <a:sym typeface="Roboto"/>
                      </a:endParaRPr>
                    </a:p>
                  </a:txBody>
                  <a:tcPr marL="91425" marR="91425" marT="91425" marB="68950" anchor="b">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9B9B9B"/>
                          </a:solidFill>
                          <a:highlight>
                            <a:srgbClr val="FFFFFF"/>
                          </a:highlight>
                          <a:latin typeface="Roboto"/>
                          <a:ea typeface="Roboto"/>
                          <a:cs typeface="Roboto"/>
                          <a:sym typeface="Roboto"/>
                        </a:rPr>
                        <a:t>Station</a:t>
                      </a:r>
                      <a:endParaRPr sz="950">
                        <a:solidFill>
                          <a:srgbClr val="9B9B9B"/>
                        </a:solidFill>
                        <a:highlight>
                          <a:srgbClr val="FFFFFF"/>
                        </a:highlight>
                        <a:latin typeface="Roboto"/>
                        <a:ea typeface="Roboto"/>
                        <a:cs typeface="Roboto"/>
                        <a:sym typeface="Roboto"/>
                      </a:endParaRPr>
                    </a:p>
                  </a:txBody>
                  <a:tcPr marL="91425" marR="91425" marT="91425" marB="68950" anchor="b">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9B9B9B"/>
                          </a:solidFill>
                          <a:highlight>
                            <a:srgbClr val="FFFFFF"/>
                          </a:highlight>
                          <a:latin typeface="Roboto"/>
                          <a:ea typeface="Roboto"/>
                          <a:cs typeface="Roboto"/>
                          <a:sym typeface="Roboto"/>
                        </a:rPr>
                        <a:t>ID</a:t>
                      </a:r>
                      <a:endParaRPr sz="950">
                        <a:solidFill>
                          <a:srgbClr val="9B9B9B"/>
                        </a:solidFill>
                        <a:highlight>
                          <a:srgbClr val="FFFFFF"/>
                        </a:highlight>
                        <a:latin typeface="Roboto"/>
                        <a:ea typeface="Roboto"/>
                        <a:cs typeface="Roboto"/>
                        <a:sym typeface="Roboto"/>
                      </a:endParaRPr>
                    </a:p>
                  </a:txBody>
                  <a:tcPr marL="91425" marR="91425" marT="91425" marB="68950" anchor="b">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extLst>
                  <a:ext uri="{0D108BD9-81ED-4DB2-BD59-A6C34878D82A}">
                    <a16:rowId xmlns:a16="http://schemas.microsoft.com/office/drawing/2014/main" val="10000"/>
                  </a:ext>
                </a:extLst>
              </a:tr>
              <a:tr h="276225">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Nairobi</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ARCUS- Kenya Meteorological Dept HQ</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TA00025</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extLst>
                  <a:ext uri="{0D108BD9-81ED-4DB2-BD59-A6C34878D82A}">
                    <a16:rowId xmlns:a16="http://schemas.microsoft.com/office/drawing/2014/main" val="10001"/>
                  </a:ext>
                </a:extLst>
              </a:tr>
              <a:tr h="276225">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Mombasa</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Likoni School for the Blind</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TA00072</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extLst>
                  <a:ext uri="{0D108BD9-81ED-4DB2-BD59-A6C34878D82A}">
                    <a16:rowId xmlns:a16="http://schemas.microsoft.com/office/drawing/2014/main" val="10002"/>
                  </a:ext>
                </a:extLst>
              </a:tr>
              <a:tr h="276225">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Kisumu</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ARCUS- Maseno University</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TA00171</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extLst>
                  <a:ext uri="{0D108BD9-81ED-4DB2-BD59-A6C34878D82A}">
                    <a16:rowId xmlns:a16="http://schemas.microsoft.com/office/drawing/2014/main" val="10003"/>
                  </a:ext>
                </a:extLst>
              </a:tr>
              <a:tr h="276225">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Nakuru</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ARCUS- Moi Forces Academy</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TA00026</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extLst>
                  <a:ext uri="{0D108BD9-81ED-4DB2-BD59-A6C34878D82A}">
                    <a16:rowId xmlns:a16="http://schemas.microsoft.com/office/drawing/2014/main" val="10004"/>
                  </a:ext>
                </a:extLst>
              </a:tr>
              <a:tr h="276225">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Eldoret</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ARCUS- Moi University</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tc>
                  <a:txBody>
                    <a:bodyPr/>
                    <a:lstStyle/>
                    <a:p>
                      <a:pPr marL="0" lvl="0" indent="0" algn="l" rtl="0">
                        <a:lnSpc>
                          <a:spcPct val="171429"/>
                        </a:lnSpc>
                        <a:spcBef>
                          <a:spcPts val="0"/>
                        </a:spcBef>
                        <a:spcAft>
                          <a:spcPts val="0"/>
                        </a:spcAft>
                        <a:buNone/>
                      </a:pPr>
                      <a:r>
                        <a:rPr lang="en-US" sz="950">
                          <a:solidFill>
                            <a:srgbClr val="171717"/>
                          </a:solidFill>
                          <a:highlight>
                            <a:srgbClr val="FFFFFF"/>
                          </a:highlight>
                          <a:latin typeface="Roboto"/>
                          <a:ea typeface="Roboto"/>
                          <a:cs typeface="Roboto"/>
                          <a:sym typeface="Roboto"/>
                        </a:rPr>
                        <a:t>TA00274</a:t>
                      </a:r>
                      <a:endParaRPr sz="950">
                        <a:solidFill>
                          <a:srgbClr val="171717"/>
                        </a:solidFill>
                        <a:highlight>
                          <a:srgbClr val="FFFFFF"/>
                        </a:highlight>
                        <a:latin typeface="Roboto"/>
                        <a:ea typeface="Roboto"/>
                        <a:cs typeface="Roboto"/>
                        <a:sym typeface="Roboto"/>
                      </a:endParaRPr>
                    </a:p>
                  </a:txBody>
                  <a:tcPr marL="91425" marR="91425" marT="68950" marB="68950" anchor="ctr">
                    <a:lnL w="6350" cap="flat" cmpd="sng">
                      <a:solidFill>
                        <a:srgbClr val="ECECEC"/>
                      </a:solidFill>
                      <a:prstDash val="solid"/>
                      <a:round/>
                      <a:headEnd type="none" w="sm" len="sm"/>
                      <a:tailEnd type="none" w="sm" len="sm"/>
                    </a:lnL>
                    <a:lnR w="6350" cap="flat" cmpd="sng">
                      <a:solidFill>
                        <a:srgbClr val="ECECEC"/>
                      </a:solidFill>
                      <a:prstDash val="solid"/>
                      <a:round/>
                      <a:headEnd type="none" w="sm" len="sm"/>
                      <a:tailEnd type="none" w="sm" len="sm"/>
                    </a:lnR>
                    <a:lnT w="6350" cap="flat" cmpd="sng">
                      <a:solidFill>
                        <a:srgbClr val="ECECEC"/>
                      </a:solidFill>
                      <a:prstDash val="solid"/>
                      <a:round/>
                      <a:headEnd type="none" w="sm" len="sm"/>
                      <a:tailEnd type="none" w="sm" len="sm"/>
                    </a:lnT>
                    <a:lnB w="6350" cap="flat" cmpd="sng">
                      <a:solidFill>
                        <a:srgbClr val="ECECEC"/>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f876f4b115_0_50"/>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sz="2700" b="1"/>
              <a:t>Seasonal Progression</a:t>
            </a:r>
            <a:endParaRPr sz="2700" b="1"/>
          </a:p>
        </p:txBody>
      </p:sp>
      <p:sp>
        <p:nvSpPr>
          <p:cNvPr id="200" name="Google Shape;200;g3f876f4b115_0_50"/>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10</a:t>
            </a:fld>
            <a:endParaRPr/>
          </a:p>
        </p:txBody>
      </p:sp>
      <p:sp>
        <p:nvSpPr>
          <p:cNvPr id="201" name="Google Shape;201;g3f876f4b115_0_50"/>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Data from CHIRPS v3 Prelim in Central Eastern Kenya Region</a:t>
            </a:r>
            <a:endParaRPr/>
          </a:p>
        </p:txBody>
      </p:sp>
      <p:pic>
        <p:nvPicPr>
          <p:cNvPr id="202" name="kenya_ond_weekly_rainfall_vs_climatology"/>
          <p:cNvPicPr preferRelativeResize="0"/>
          <p:nvPr/>
        </p:nvPicPr>
        <p:blipFill>
          <a:blip r:embed="rId3">
            <a:alphaModFix/>
          </a:blip>
          <a:srcRect/>
          <a:stretch/>
        </p:blipFill>
        <p:spPr>
          <a:xfrm>
            <a:off x="3531775" y="954000"/>
            <a:ext cx="5533848" cy="2825520"/>
          </a:xfrm>
          <a:prstGeom prst="rect">
            <a:avLst/>
          </a:prstGeom>
          <a:noFill/>
          <a:ln>
            <a:noFill/>
          </a:ln>
        </p:spPr>
      </p:pic>
      <p:pic>
        <p:nvPicPr>
          <p:cNvPr id="203" name="kenya_ond_weekly_standardized_anomaly"/>
          <p:cNvPicPr preferRelativeResize="0"/>
          <p:nvPr/>
        </p:nvPicPr>
        <p:blipFill>
          <a:blip r:embed="rId4">
            <a:alphaModFix/>
          </a:blip>
          <a:srcRect/>
          <a:stretch/>
        </p:blipFill>
        <p:spPr>
          <a:xfrm>
            <a:off x="3672291" y="3895930"/>
            <a:ext cx="5846178" cy="2941930"/>
          </a:xfrm>
          <a:prstGeom prst="rect">
            <a:avLst/>
          </a:prstGeom>
          <a:noFill/>
          <a:ln>
            <a:noFill/>
          </a:ln>
        </p:spPr>
      </p:pic>
      <p:pic>
        <p:nvPicPr>
          <p:cNvPr id="204" name="Google Shape;204;g3f876f4b115_0_50" descr="gklogo"/>
          <p:cNvPicPr preferRelativeResize="0"/>
          <p:nvPr/>
        </p:nvPicPr>
        <p:blipFill rotWithShape="1">
          <a:blip r:embed="rId5">
            <a:alphaModFix/>
          </a:blip>
          <a:srcRect/>
          <a:stretch/>
        </p:blipFill>
        <p:spPr>
          <a:xfrm>
            <a:off x="11238623" y="107275"/>
            <a:ext cx="806040" cy="739440"/>
          </a:xfrm>
          <a:prstGeom prst="rect">
            <a:avLst/>
          </a:prstGeom>
          <a:noFill/>
          <a:ln>
            <a:noFill/>
          </a:ln>
        </p:spPr>
      </p:pic>
      <p:pic>
        <p:nvPicPr>
          <p:cNvPr id="205" name="Google Shape;205;g3f876f4b115_0_50" descr="C:\Documents and Settings\Administrator\Desktop\3dflags_ken0001-0003a.gif"/>
          <p:cNvPicPr preferRelativeResize="0"/>
          <p:nvPr/>
        </p:nvPicPr>
        <p:blipFill rotWithShape="1">
          <a:blip r:embed="rId6">
            <a:alphaModFix/>
          </a:blip>
          <a:srcRect/>
          <a:stretch/>
        </p:blipFill>
        <p:spPr>
          <a:xfrm>
            <a:off x="147338" y="101700"/>
            <a:ext cx="1002960" cy="750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kenya_weekly_rainfall_analog_years"/>
          <p:cNvPicPr preferRelativeResize="0"/>
          <p:nvPr/>
        </p:nvPicPr>
        <p:blipFill>
          <a:blip r:embed="rId3">
            <a:alphaModFix/>
          </a:blip>
          <a:srcRect/>
          <a:stretch/>
        </p:blipFill>
        <p:spPr>
          <a:xfrm>
            <a:off x="215735" y="1195871"/>
            <a:ext cx="11760509" cy="4839169"/>
          </a:xfrm>
          <a:prstGeom prst="rect">
            <a:avLst/>
          </a:prstGeom>
          <a:noFill/>
          <a:ln>
            <a:noFill/>
          </a:ln>
        </p:spPr>
      </p:pic>
      <p:sp>
        <p:nvSpPr>
          <p:cNvPr id="212" name="Google Shape;212;g3f876f4b115_0_164"/>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sz="2700" b="1"/>
              <a:t>Seasonal Progression vs Analog Years</a:t>
            </a:r>
            <a:endParaRPr sz="2700" b="1"/>
          </a:p>
        </p:txBody>
      </p:sp>
      <p:sp>
        <p:nvSpPr>
          <p:cNvPr id="213" name="Google Shape;213;g3f876f4b115_0_164"/>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11</a:t>
            </a:fld>
            <a:endParaRPr/>
          </a:p>
        </p:txBody>
      </p:sp>
      <p:sp>
        <p:nvSpPr>
          <p:cNvPr id="214" name="Google Shape;214;g3f876f4b115_0_164"/>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Data from CHIRPS v3 Prelim in Central Eastern Kenya Region</a:t>
            </a:r>
            <a:endParaRPr/>
          </a:p>
        </p:txBody>
      </p:sp>
      <p:pic>
        <p:nvPicPr>
          <p:cNvPr id="215" name="Google Shape;215;g3f876f4b115_0_164"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216" name="Google Shape;216;g3f876f4b115_0_164"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mjo_rmm_ecmwf"/>
          <p:cNvPicPr preferRelativeResize="0"/>
          <p:nvPr/>
        </p:nvPicPr>
        <p:blipFill>
          <a:blip r:embed="rId3">
            <a:alphaModFix/>
          </a:blip>
          <a:srcRect/>
          <a:stretch/>
        </p:blipFill>
        <p:spPr>
          <a:xfrm>
            <a:off x="147317" y="951910"/>
            <a:ext cx="5376950" cy="5356316"/>
          </a:xfrm>
          <a:prstGeom prst="rect">
            <a:avLst/>
          </a:prstGeom>
          <a:noFill/>
          <a:ln>
            <a:noFill/>
          </a:ln>
        </p:spPr>
      </p:pic>
      <p:sp>
        <p:nvSpPr>
          <p:cNvPr id="223" name="Google Shape;223;g3f876f4b115_0_174"/>
          <p:cNvSpPr txBox="1">
            <a:spLocks noGrp="1"/>
          </p:cNvSpPr>
          <p:nvPr>
            <p:ph type="title"/>
          </p:nvPr>
        </p:nvSpPr>
        <p:spPr>
          <a:xfrm>
            <a:off x="0" y="0"/>
            <a:ext cx="12192000" cy="954000"/>
          </a:xfrm>
          <a:prstGeom prst="rect">
            <a:avLst/>
          </a:prstGeom>
          <a:solidFill>
            <a:srgbClr val="0B5394"/>
          </a:solidFill>
        </p:spPr>
        <p:txBody>
          <a:bodyPr spcFirstLastPara="1" wrap="square" lIns="609600" tIns="60925" rIns="609600" bIns="304800" anchor="ctr" anchorCtr="0">
            <a:noAutofit/>
          </a:bodyPr>
          <a:lstStyle/>
          <a:p>
            <a:pPr marL="0" lvl="0" indent="0" algn="ctr" rtl="0">
              <a:spcBef>
                <a:spcPts val="0"/>
              </a:spcBef>
              <a:spcAft>
                <a:spcPts val="0"/>
              </a:spcAft>
              <a:buNone/>
            </a:pPr>
            <a:r>
              <a:rPr lang="en-US" sz="2700" b="1">
                <a:solidFill>
                  <a:schemeClr val="lt1"/>
                </a:solidFill>
              </a:rPr>
              <a:t>Equatorial Waves</a:t>
            </a:r>
            <a:r>
              <a:rPr lang="en-US" sz="2700" b="1"/>
              <a:t> - MJO</a:t>
            </a:r>
            <a:endParaRPr sz="2700" b="1">
              <a:solidFill>
                <a:schemeClr val="lt1"/>
              </a:solidFill>
            </a:endParaRPr>
          </a:p>
        </p:txBody>
      </p:sp>
      <p:sp>
        <p:nvSpPr>
          <p:cNvPr id="224" name="Google Shape;224;g3f876f4b115_0_174"/>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12</a:t>
            </a:fld>
            <a:endParaRPr/>
          </a:p>
        </p:txBody>
      </p:sp>
      <p:sp>
        <p:nvSpPr>
          <p:cNvPr id="225" name="Google Shape;225;g3f876f4b115_0_174"/>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r>
              <a:rPr lang="" dirty="0"/>
              <a:t>Data from the Australian Bureau of Meteorology</a:t>
            </a:r>
            <a:endParaRPr lang="" b="0" dirty="0"/>
          </a:p>
          <a:p>
            <a:br>
              <a:rPr lang="" b="0" dirty="0"/>
            </a:br>
            <a:endParaRPr dirty="0"/>
          </a:p>
          <a:p>
            <a:pPr marL="0" lvl="0" indent="0" algn="ctr" rtl="0">
              <a:spcBef>
                <a:spcPts val="360"/>
              </a:spcBef>
              <a:spcAft>
                <a:spcPts val="0"/>
              </a:spcAft>
              <a:buNone/>
            </a:pPr>
            <a:endParaRPr dirty="0"/>
          </a:p>
        </p:txBody>
      </p:sp>
      <p:sp>
        <p:nvSpPr>
          <p:cNvPr id="226" name="Google Shape;226;g3f876f4b115_0_174"/>
          <p:cNvSpPr txBox="1">
            <a:spLocks noGrp="1"/>
          </p:cNvSpPr>
          <p:nvPr>
            <p:ph type="body" idx="1"/>
          </p:nvPr>
        </p:nvSpPr>
        <p:spPr>
          <a:xfrm>
            <a:off x="6259925" y="1165950"/>
            <a:ext cx="5522400" cy="5027100"/>
          </a:xfrm>
          <a:prstGeom prst="rect">
            <a:avLst/>
          </a:prstGeom>
        </p:spPr>
        <p:txBody>
          <a:bodyPr spcFirstLastPara="1" wrap="square" lIns="0" tIns="0" rIns="121900" bIns="0" anchor="t" anchorCtr="0">
            <a:normAutofit/>
          </a:bodyPr>
          <a:lstStyle/>
          <a:p>
            <a:endParaRPr lang="" dirty="0"/>
          </a:p>
          <a:p>
            <a:r>
              <a:rPr lang="" dirty="0"/>
              <a:t>MJO is weak and incoherent. The late-August track decayed from phase 8 into the unit circle, and the ECMWF ensemble sprays in all directions with most members staying sub-unit through mid-September. No reliable propagation signal — suppress MJO-based guidance for this window.</a:t>
            </a:r>
          </a:p>
          <a:p>
            <a:br>
              <a:rPr lang="" dirty="0"/>
            </a:br>
            <a:endParaRPr dirty="0"/>
          </a:p>
        </p:txBody>
      </p:sp>
      <p:pic>
        <p:nvPicPr>
          <p:cNvPr id="227" name="Google Shape;227;g3f876f4b115_0_174"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228" name="Google Shape;228;g3f876f4b115_0_174"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f876f4b115_0_202"/>
          <p:cNvSpPr txBox="1">
            <a:spLocks noGrp="1"/>
          </p:cNvSpPr>
          <p:nvPr>
            <p:ph type="title"/>
          </p:nvPr>
        </p:nvSpPr>
        <p:spPr>
          <a:xfrm>
            <a:off x="0" y="0"/>
            <a:ext cx="12192000" cy="954000"/>
          </a:xfrm>
          <a:prstGeom prst="rect">
            <a:avLst/>
          </a:prstGeom>
          <a:solidFill>
            <a:srgbClr val="0B5394"/>
          </a:solidFill>
        </p:spPr>
        <p:txBody>
          <a:bodyPr spcFirstLastPara="1" wrap="square" lIns="609600" tIns="60925" rIns="609600" bIns="304800" anchor="ctr" anchorCtr="0">
            <a:noAutofit/>
          </a:bodyPr>
          <a:lstStyle/>
          <a:p>
            <a:pPr marL="0" lvl="0" indent="0" algn="ctr" rtl="0">
              <a:spcBef>
                <a:spcPts val="0"/>
              </a:spcBef>
              <a:spcAft>
                <a:spcPts val="0"/>
              </a:spcAft>
              <a:buNone/>
            </a:pPr>
            <a:r>
              <a:rPr lang="en-US" sz="2700" b="1">
                <a:solidFill>
                  <a:schemeClr val="lt1"/>
                </a:solidFill>
              </a:rPr>
              <a:t>Equatorial Waves</a:t>
            </a:r>
            <a:r>
              <a:rPr lang="en-US" sz="2700" b="1"/>
              <a:t> - IOD and ENSO</a:t>
            </a:r>
            <a:endParaRPr sz="2700" b="1">
              <a:solidFill>
                <a:schemeClr val="lt1"/>
              </a:solidFill>
            </a:endParaRPr>
          </a:p>
        </p:txBody>
      </p:sp>
      <p:sp>
        <p:nvSpPr>
          <p:cNvPr id="235" name="Google Shape;235;g3f876f4b115_0_202"/>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13</a:t>
            </a:fld>
            <a:endParaRPr/>
          </a:p>
        </p:txBody>
      </p:sp>
      <p:pic>
        <p:nvPicPr>
          <p:cNvPr id="236" name="enso_observed"/>
          <p:cNvPicPr preferRelativeResize="0"/>
          <p:nvPr/>
        </p:nvPicPr>
        <p:blipFill>
          <a:blip r:embed="rId3">
            <a:alphaModFix/>
          </a:blip>
          <a:stretch>
            <a:fillRect/>
          </a:stretch>
        </p:blipFill>
        <p:spPr>
          <a:xfrm>
            <a:off x="5864858" y="1786213"/>
            <a:ext cx="5643765" cy="3762510"/>
          </a:xfrm>
          <a:prstGeom prst="rect">
            <a:avLst/>
          </a:prstGeom>
          <a:noFill/>
          <a:ln>
            <a:noFill/>
          </a:ln>
        </p:spPr>
      </p:pic>
      <p:pic>
        <p:nvPicPr>
          <p:cNvPr id="237" name="iod_observed"/>
          <p:cNvPicPr preferRelativeResize="0"/>
          <p:nvPr/>
        </p:nvPicPr>
        <p:blipFill>
          <a:blip r:embed="rId4">
            <a:alphaModFix/>
          </a:blip>
          <a:stretch>
            <a:fillRect/>
          </a:stretch>
        </p:blipFill>
        <p:spPr>
          <a:xfrm>
            <a:off x="449275" y="1903817"/>
            <a:ext cx="5290924" cy="3527282"/>
          </a:xfrm>
          <a:prstGeom prst="rect">
            <a:avLst/>
          </a:prstGeom>
          <a:noFill/>
          <a:ln>
            <a:noFill/>
          </a:ln>
        </p:spPr>
      </p:pic>
      <p:pic>
        <p:nvPicPr>
          <p:cNvPr id="238" name="Google Shape;238;g3f876f4b115_0_202" descr="gklogo"/>
          <p:cNvPicPr preferRelativeResize="0"/>
          <p:nvPr/>
        </p:nvPicPr>
        <p:blipFill rotWithShape="1">
          <a:blip r:embed="rId5">
            <a:alphaModFix/>
          </a:blip>
          <a:srcRect/>
          <a:stretch/>
        </p:blipFill>
        <p:spPr>
          <a:xfrm>
            <a:off x="11238623" y="107275"/>
            <a:ext cx="806040" cy="739440"/>
          </a:xfrm>
          <a:prstGeom prst="rect">
            <a:avLst/>
          </a:prstGeom>
          <a:noFill/>
          <a:ln>
            <a:noFill/>
          </a:ln>
        </p:spPr>
      </p:pic>
      <p:pic>
        <p:nvPicPr>
          <p:cNvPr id="239" name="Google Shape;239;g3f876f4b115_0_202" descr="C:\Documents and Settings\Administrator\Desktop\3dflags_ken0001-0003a.gif"/>
          <p:cNvPicPr preferRelativeResize="0"/>
          <p:nvPr/>
        </p:nvPicPr>
        <p:blipFill rotWithShape="1">
          <a:blip r:embed="rId6">
            <a:alphaModFix/>
          </a:blip>
          <a:srcRect/>
          <a:stretch/>
        </p:blipFill>
        <p:spPr>
          <a:xfrm>
            <a:off x="147338" y="101700"/>
            <a:ext cx="1002960" cy="750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f876f4b115_0_46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ITCZ State</a:t>
            </a:r>
            <a:endParaRPr/>
          </a:p>
        </p:txBody>
      </p:sp>
      <p:sp>
        <p:nvSpPr>
          <p:cNvPr id="246" name="Google Shape;246;g3f876f4b115_0_46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14</a:t>
            </a:fld>
            <a:endParaRPr/>
          </a:p>
        </p:txBody>
      </p:sp>
      <p:sp>
        <p:nvSpPr>
          <p:cNvPr id="247" name="Google Shape;247;g3f876f4b115_0_46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endParaRPr/>
          </a:p>
        </p:txBody>
      </p:sp>
      <p:pic>
        <p:nvPicPr>
          <p:cNvPr id="248" name="itcz_africa_latest"/>
          <p:cNvPicPr preferRelativeResize="0"/>
          <p:nvPr/>
        </p:nvPicPr>
        <p:blipFill>
          <a:blip r:embed="rId3">
            <a:alphaModFix/>
          </a:blip>
          <a:stretch>
            <a:fillRect/>
          </a:stretch>
        </p:blipFill>
        <p:spPr>
          <a:xfrm>
            <a:off x="2121237" y="1076525"/>
            <a:ext cx="7949538" cy="5781474"/>
          </a:xfrm>
          <a:prstGeom prst="rect">
            <a:avLst/>
          </a:prstGeom>
          <a:noFill/>
          <a:ln>
            <a:noFill/>
          </a:ln>
        </p:spPr>
      </p:pic>
      <p:pic>
        <p:nvPicPr>
          <p:cNvPr id="249" name="Google Shape;249;g3f876f4b115_0_465"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250" name="Google Shape;250;g3f876f4b115_0_465"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hovmoller_olr_tropics"/>
          <p:cNvPicPr preferRelativeResize="0"/>
          <p:nvPr/>
        </p:nvPicPr>
        <p:blipFill>
          <a:blip r:embed="rId3">
            <a:alphaModFix/>
          </a:blip>
          <a:stretch>
            <a:fillRect/>
          </a:stretch>
        </p:blipFill>
        <p:spPr>
          <a:xfrm>
            <a:off x="467403" y="1141613"/>
            <a:ext cx="4345473" cy="4871876"/>
          </a:xfrm>
          <a:prstGeom prst="rect">
            <a:avLst/>
          </a:prstGeom>
          <a:noFill/>
          <a:ln>
            <a:noFill/>
          </a:ln>
        </p:spPr>
      </p:pic>
      <p:sp>
        <p:nvSpPr>
          <p:cNvPr id="257" name="Google Shape;257;g3f84ffdcb31_0_49"/>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sz="2700" b="1"/>
              <a:t>Equatorial Waves - Analyses and Forecasts</a:t>
            </a:r>
            <a:endParaRPr sz="2700" b="1"/>
          </a:p>
        </p:txBody>
      </p:sp>
      <p:sp>
        <p:nvSpPr>
          <p:cNvPr id="258" name="Google Shape;258;g3f84ffdcb31_0_49"/>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15</a:t>
            </a:fld>
            <a:endParaRPr/>
          </a:p>
        </p:txBody>
      </p:sp>
      <p:sp>
        <p:nvSpPr>
          <p:cNvPr id="259" name="Google Shape;259;g3f84ffdcb31_0_49"/>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Data from Carl Schreck, ncis.org</a:t>
            </a:r>
            <a:endParaRPr/>
          </a:p>
          <a:p>
            <a:pPr marL="0" lvl="0" indent="0" algn="ctr" rtl="0">
              <a:spcBef>
                <a:spcPts val="360"/>
              </a:spcBef>
              <a:spcAft>
                <a:spcPts val="0"/>
              </a:spcAft>
              <a:buNone/>
            </a:pPr>
            <a:endParaRPr/>
          </a:p>
        </p:txBody>
      </p:sp>
      <p:pic>
        <p:nvPicPr>
          <p:cNvPr id="260" name="Google Shape;260;g3f84ffdcb31_0_49"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261" name="Google Shape;261;g3f84ffdcb31_0_49"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pic>
        <p:nvPicPr>
          <p:cNvPr id="262" name="olr_map_africa"/>
          <p:cNvPicPr preferRelativeResize="0"/>
          <p:nvPr/>
        </p:nvPicPr>
        <p:blipFill>
          <a:blip r:embed="rId6">
            <a:alphaModFix/>
          </a:blip>
          <a:stretch>
            <a:fillRect/>
          </a:stretch>
        </p:blipFill>
        <p:spPr>
          <a:xfrm>
            <a:off x="5122250" y="1141625"/>
            <a:ext cx="6543284" cy="5027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f84ffdcb31_1_28"/>
          <p:cNvSpPr txBox="1">
            <a:spLocks noGrp="1"/>
          </p:cNvSpPr>
          <p:nvPr>
            <p:ph type="title"/>
          </p:nvPr>
        </p:nvSpPr>
        <p:spPr>
          <a:xfrm>
            <a:off x="403761" y="2695700"/>
            <a:ext cx="11412300" cy="895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Last Week’s Forecast Verification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3f9fe6d01a0_0_3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Last Weeks Forecast Verification - Hit Rate, GEFS</a:t>
            </a:r>
            <a:endParaRPr/>
          </a:p>
        </p:txBody>
      </p:sp>
      <p:sp>
        <p:nvSpPr>
          <p:cNvPr id="275" name="Google Shape;275;g3f9fe6d01a0_0_3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17</a:t>
            </a:fld>
            <a:endParaRPr/>
          </a:p>
        </p:txBody>
      </p:sp>
      <p:sp>
        <p:nvSpPr>
          <p:cNvPr id="276" name="Google Shape;276;g3f9fe6d01a0_0_3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Data from GEFS and CHIRPS</a:t>
            </a:r>
            <a:endParaRPr/>
          </a:p>
        </p:txBody>
      </p:sp>
      <p:pic>
        <p:nvPicPr>
          <p:cNvPr id="277" name="kenya_gefs_chirps_verify_5mm"/>
          <p:cNvPicPr preferRelativeResize="0"/>
          <p:nvPr/>
        </p:nvPicPr>
        <p:blipFill>
          <a:blip r:embed="rId3">
            <a:alphaModFix/>
          </a:blip>
          <a:stretch>
            <a:fillRect/>
          </a:stretch>
        </p:blipFill>
        <p:spPr>
          <a:xfrm>
            <a:off x="3172657" y="954000"/>
            <a:ext cx="5846695" cy="5702174"/>
          </a:xfrm>
          <a:prstGeom prst="rect">
            <a:avLst/>
          </a:prstGeom>
          <a:noFill/>
          <a:ln>
            <a:noFill/>
          </a:ln>
        </p:spPr>
      </p:pic>
      <p:pic>
        <p:nvPicPr>
          <p:cNvPr id="278" name="Google Shape;278;g3f9fe6d01a0_0_35"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279" name="Google Shape;279;g3f9fe6d01a0_0_35"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pic>
        <p:nvPicPr>
          <p:cNvPr id="285" name="kenya_gefs_chirps_bias"/>
          <p:cNvPicPr preferRelativeResize="0"/>
          <p:nvPr/>
        </p:nvPicPr>
        <p:blipFill>
          <a:blip r:embed="rId3">
            <a:alphaModFix/>
          </a:blip>
          <a:stretch>
            <a:fillRect/>
          </a:stretch>
        </p:blipFill>
        <p:spPr>
          <a:xfrm>
            <a:off x="3174488" y="958011"/>
            <a:ext cx="5843015" cy="5694149"/>
          </a:xfrm>
          <a:prstGeom prst="rect">
            <a:avLst/>
          </a:prstGeom>
          <a:noFill/>
          <a:ln>
            <a:noFill/>
          </a:ln>
        </p:spPr>
      </p:pic>
      <p:sp>
        <p:nvSpPr>
          <p:cNvPr id="286" name="Google Shape;286;g3f9fe6d01a0_0_4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Last Weeks Forecast Verification - Bias, GEFS</a:t>
            </a:r>
            <a:endParaRPr/>
          </a:p>
        </p:txBody>
      </p:sp>
      <p:sp>
        <p:nvSpPr>
          <p:cNvPr id="287" name="Google Shape;287;g3f9fe6d01a0_0_4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18</a:t>
            </a:fld>
            <a:endParaRPr/>
          </a:p>
        </p:txBody>
      </p:sp>
      <p:sp>
        <p:nvSpPr>
          <p:cNvPr id="288" name="Google Shape;288;g3f9fe6d01a0_0_4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Data from GEFS and CHIRPS</a:t>
            </a:r>
            <a:endParaRPr/>
          </a:p>
        </p:txBody>
      </p:sp>
      <p:pic>
        <p:nvPicPr>
          <p:cNvPr id="289" name="Google Shape;289;g3f9fe6d01a0_0_45"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290" name="Google Shape;290;g3f9fe6d01a0_0_45"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6" name="kenya_gefs_chirps_mae"/>
          <p:cNvPicPr preferRelativeResize="0"/>
          <p:nvPr/>
        </p:nvPicPr>
        <p:blipFill>
          <a:blip r:embed="rId3">
            <a:alphaModFix/>
          </a:blip>
          <a:stretch>
            <a:fillRect/>
          </a:stretch>
        </p:blipFill>
        <p:spPr>
          <a:xfrm>
            <a:off x="3174490" y="957999"/>
            <a:ext cx="5843015" cy="5694149"/>
          </a:xfrm>
          <a:prstGeom prst="rect">
            <a:avLst/>
          </a:prstGeom>
          <a:noFill/>
          <a:ln>
            <a:noFill/>
          </a:ln>
        </p:spPr>
      </p:pic>
      <p:sp>
        <p:nvSpPr>
          <p:cNvPr id="297" name="Google Shape;297;g3f9fe6d01a0_0_56"/>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Last Weeks Forecast Verification - Bias, GEFS</a:t>
            </a:r>
            <a:endParaRPr/>
          </a:p>
        </p:txBody>
      </p:sp>
      <p:sp>
        <p:nvSpPr>
          <p:cNvPr id="298" name="Google Shape;298;g3f9fe6d01a0_0_56"/>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19</a:t>
            </a:fld>
            <a:endParaRPr/>
          </a:p>
        </p:txBody>
      </p:sp>
      <p:sp>
        <p:nvSpPr>
          <p:cNvPr id="299" name="Google Shape;299;g3f9fe6d01a0_0_56"/>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Data from GEFS and CHIRPS</a:t>
            </a:r>
            <a:endParaRPr/>
          </a:p>
        </p:txBody>
      </p:sp>
      <p:pic>
        <p:nvPicPr>
          <p:cNvPr id="300" name="Google Shape;300;g3f9fe6d01a0_0_56"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301" name="Google Shape;301;g3f9fe6d01a0_0_56"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g3f876f4b115_0_309"/>
          <p:cNvPicPr preferRelativeResize="0"/>
          <p:nvPr/>
        </p:nvPicPr>
        <p:blipFill>
          <a:blip r:embed="rId3">
            <a:alphaModFix/>
          </a:blip>
          <a:stretch>
            <a:fillRect/>
          </a:stretch>
        </p:blipFill>
        <p:spPr>
          <a:xfrm>
            <a:off x="2202252" y="1630750"/>
            <a:ext cx="7787474" cy="4615774"/>
          </a:xfrm>
          <a:prstGeom prst="rect">
            <a:avLst/>
          </a:prstGeom>
          <a:noFill/>
          <a:ln>
            <a:noFill/>
          </a:ln>
        </p:spPr>
      </p:pic>
      <p:sp>
        <p:nvSpPr>
          <p:cNvPr id="308" name="Google Shape;308;g3f876f4b115_0_309"/>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Timeseries Verification</a:t>
            </a:r>
            <a:endParaRPr/>
          </a:p>
        </p:txBody>
      </p:sp>
      <p:sp>
        <p:nvSpPr>
          <p:cNvPr id="309" name="Google Shape;309;g3f876f4b115_0_309"/>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20</a:t>
            </a:fld>
            <a:endParaRPr/>
          </a:p>
        </p:txBody>
      </p:sp>
      <p:sp>
        <p:nvSpPr>
          <p:cNvPr id="310" name="Google Shape;310;g3f876f4b115_0_309"/>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Week 1 Forecaster MAE</a:t>
            </a:r>
            <a:endParaRPr/>
          </a:p>
        </p:txBody>
      </p:sp>
      <p:pic>
        <p:nvPicPr>
          <p:cNvPr id="311" name="Google Shape;311;g3f876f4b115_0_309"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312" name="Google Shape;312;g3f876f4b115_0_309"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g3f84ffdcb31_1_33"/>
          <p:cNvSpPr txBox="1">
            <a:spLocks noGrp="1"/>
          </p:cNvSpPr>
          <p:nvPr>
            <p:ph type="title"/>
          </p:nvPr>
        </p:nvSpPr>
        <p:spPr>
          <a:xfrm>
            <a:off x="403761" y="2695700"/>
            <a:ext cx="11412300" cy="895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This Week’s Forecasts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3f880911230_1_1171"/>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Zonal Moisture Transports</a:t>
            </a:r>
            <a:endParaRPr/>
          </a:p>
        </p:txBody>
      </p:sp>
      <p:sp>
        <p:nvSpPr>
          <p:cNvPr id="325" name="Google Shape;325;g3f880911230_1_1171"/>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22</a:t>
            </a:fld>
            <a:endParaRPr/>
          </a:p>
        </p:txBody>
      </p:sp>
      <p:sp>
        <p:nvSpPr>
          <p:cNvPr id="326" name="Google Shape;326;g3f880911230_1_1171"/>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ECMWF extended range</a:t>
            </a:r>
            <a:endParaRPr/>
          </a:p>
        </p:txBody>
      </p:sp>
      <p:sp>
        <p:nvSpPr>
          <p:cNvPr id="327" name="Google Shape;327;g3f880911230_1_117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100"/>
          </a:p>
        </p:txBody>
      </p:sp>
      <p:pic>
        <p:nvPicPr>
          <p:cNvPr id="328" name="IO_ivt_monthly" title="ECMWF_s2s_ivt_u_2026-09-01.png"/>
          <p:cNvPicPr preferRelativeResize="0"/>
          <p:nvPr/>
        </p:nvPicPr>
        <p:blipFill rotWithShape="1">
          <a:blip r:embed="rId3">
            <a:alphaModFix/>
          </a:blip>
          <a:srcRect t="30" b="30"/>
          <a:stretch/>
        </p:blipFill>
        <p:spPr>
          <a:xfrm>
            <a:off x="1310037" y="1185651"/>
            <a:ext cx="9571924" cy="5249601"/>
          </a:xfrm>
          <a:prstGeom prst="rect">
            <a:avLst/>
          </a:prstGeom>
          <a:noFill/>
          <a:ln>
            <a:noFill/>
          </a:ln>
        </p:spPr>
      </p:pic>
      <p:pic>
        <p:nvPicPr>
          <p:cNvPr id="329" name="Google Shape;329;g3f880911230_1_1171"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330" name="Google Shape;330;g3f880911230_1_1171"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3f8b8008664_0_146"/>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Zonal Moisture Transports</a:t>
            </a:r>
            <a:endParaRPr/>
          </a:p>
        </p:txBody>
      </p:sp>
      <p:sp>
        <p:nvSpPr>
          <p:cNvPr id="337" name="Google Shape;337;g3f8b8008664_0_146"/>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23</a:t>
            </a:fld>
            <a:endParaRPr/>
          </a:p>
        </p:txBody>
      </p:sp>
      <p:sp>
        <p:nvSpPr>
          <p:cNvPr id="338" name="Google Shape;338;g3f8b8008664_0_146"/>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ECMWF extended range</a:t>
            </a:r>
            <a:endParaRPr/>
          </a:p>
        </p:txBody>
      </p:sp>
      <p:sp>
        <p:nvSpPr>
          <p:cNvPr id="339" name="Google Shape;339;g3f8b8008664_0_14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100"/>
          </a:p>
        </p:txBody>
      </p:sp>
      <p:pic>
        <p:nvPicPr>
          <p:cNvPr id="340" name="Google Shape;340;g3f8b8008664_0_146" descr="gklogo"/>
          <p:cNvPicPr preferRelativeResize="0"/>
          <p:nvPr/>
        </p:nvPicPr>
        <p:blipFill rotWithShape="1">
          <a:blip r:embed="rId3">
            <a:alphaModFix/>
          </a:blip>
          <a:srcRect/>
          <a:stretch/>
        </p:blipFill>
        <p:spPr>
          <a:xfrm>
            <a:off x="11238623" y="107275"/>
            <a:ext cx="806040" cy="739440"/>
          </a:xfrm>
          <a:prstGeom prst="rect">
            <a:avLst/>
          </a:prstGeom>
          <a:noFill/>
          <a:ln>
            <a:noFill/>
          </a:ln>
        </p:spPr>
      </p:pic>
      <p:pic>
        <p:nvPicPr>
          <p:cNvPr id="341" name="Google Shape;341;g3f8b8008664_0_146" descr="C:\Documents and Settings\Administrator\Desktop\3dflags_ken0001-0003a.gif"/>
          <p:cNvPicPr preferRelativeResize="0"/>
          <p:nvPr/>
        </p:nvPicPr>
        <p:blipFill rotWithShape="1">
          <a:blip r:embed="rId4">
            <a:alphaModFix/>
          </a:blip>
          <a:srcRect/>
          <a:stretch/>
        </p:blipFill>
        <p:spPr>
          <a:xfrm>
            <a:off x="147338" y="101700"/>
            <a:ext cx="1002960" cy="750600"/>
          </a:xfrm>
          <a:prstGeom prst="rect">
            <a:avLst/>
          </a:prstGeom>
          <a:noFill/>
          <a:ln>
            <a:noFill/>
          </a:ln>
        </p:spPr>
      </p:pic>
      <p:pic>
        <p:nvPicPr>
          <p:cNvPr id="342" name="IO_ivt_weekly"/>
          <p:cNvPicPr preferRelativeResize="0"/>
          <p:nvPr/>
        </p:nvPicPr>
        <p:blipFill>
          <a:blip r:embed="rId5">
            <a:alphaModFix/>
          </a:blip>
          <a:stretch>
            <a:fillRect/>
          </a:stretch>
        </p:blipFill>
        <p:spPr>
          <a:xfrm>
            <a:off x="589350" y="1310499"/>
            <a:ext cx="10553672" cy="46893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3f880911230_1_937"/>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Projected State Over the Indian Ocean</a:t>
            </a:r>
            <a:endParaRPr/>
          </a:p>
        </p:txBody>
      </p:sp>
      <p:sp>
        <p:nvSpPr>
          <p:cNvPr id="349" name="Google Shape;349;g3f880911230_1_937"/>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24</a:t>
            </a:fld>
            <a:endParaRPr/>
          </a:p>
        </p:txBody>
      </p:sp>
      <p:sp>
        <p:nvSpPr>
          <p:cNvPr id="350" name="Google Shape;350;g3f880911230_1_937"/>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ECMWF extended range</a:t>
            </a:r>
            <a:endParaRPr/>
          </a:p>
        </p:txBody>
      </p:sp>
      <p:pic>
        <p:nvPicPr>
          <p:cNvPr id="352" name="Google Shape;352;g3f880911230_1_937" descr="gklogo"/>
          <p:cNvPicPr preferRelativeResize="0"/>
          <p:nvPr/>
        </p:nvPicPr>
        <p:blipFill rotWithShape="1">
          <a:blip r:embed="rId3">
            <a:alphaModFix/>
          </a:blip>
          <a:srcRect/>
          <a:stretch/>
        </p:blipFill>
        <p:spPr>
          <a:xfrm>
            <a:off x="11238623" y="107275"/>
            <a:ext cx="806040" cy="739440"/>
          </a:xfrm>
          <a:prstGeom prst="rect">
            <a:avLst/>
          </a:prstGeom>
          <a:noFill/>
          <a:ln>
            <a:noFill/>
          </a:ln>
        </p:spPr>
      </p:pic>
      <p:pic>
        <p:nvPicPr>
          <p:cNvPr id="353" name="Google Shape;353;g3f880911230_1_937" descr="C:\Documents and Settings\Administrator\Desktop\3dflags_ken0001-0003a.gif"/>
          <p:cNvPicPr preferRelativeResize="0"/>
          <p:nvPr/>
        </p:nvPicPr>
        <p:blipFill rotWithShape="1">
          <a:blip r:embed="rId4">
            <a:alphaModFix/>
          </a:blip>
          <a:srcRect/>
          <a:stretch/>
        </p:blipFill>
        <p:spPr>
          <a:xfrm>
            <a:off x="147338" y="101700"/>
            <a:ext cx="1002960" cy="750600"/>
          </a:xfrm>
          <a:prstGeom prst="rect">
            <a:avLst/>
          </a:prstGeom>
          <a:noFill/>
          <a:ln>
            <a:noFill/>
          </a:ln>
        </p:spPr>
      </p:pic>
      <p:pic>
        <p:nvPicPr>
          <p:cNvPr id="3" name="IO_state">
            <a:extLst>
              <a:ext uri="{FF2B5EF4-FFF2-40B4-BE49-F238E27FC236}">
                <a16:creationId xmlns:a16="http://schemas.microsoft.com/office/drawing/2014/main" id="{CEF9A3B0-4798-4DF1-0BED-C6CACA70B256}"/>
              </a:ext>
            </a:extLst>
          </p:cNvPr>
          <p:cNvPicPr>
            <a:picLocks noChangeAspect="1"/>
          </p:cNvPicPr>
          <p:nvPr/>
        </p:nvPicPr>
        <p:blipFill>
          <a:blip r:embed="rId5"/>
          <a:stretch>
            <a:fillRect/>
          </a:stretch>
        </p:blipFill>
        <p:spPr>
          <a:xfrm>
            <a:off x="1075201" y="1055700"/>
            <a:ext cx="10041577" cy="535550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g3f8b8008664_0_42"/>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Total Column Water Anomaly</a:t>
            </a:r>
            <a:endParaRPr/>
          </a:p>
        </p:txBody>
      </p:sp>
      <p:sp>
        <p:nvSpPr>
          <p:cNvPr id="360" name="Google Shape;360;g3f8b8008664_0_42"/>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25</a:t>
            </a:fld>
            <a:endParaRPr/>
          </a:p>
        </p:txBody>
      </p:sp>
      <p:sp>
        <p:nvSpPr>
          <p:cNvPr id="361" name="Google Shape;361;g3f8b8008664_0_42"/>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ECMWF extended range</a:t>
            </a:r>
            <a:endParaRPr/>
          </a:p>
        </p:txBody>
      </p:sp>
      <p:sp>
        <p:nvSpPr>
          <p:cNvPr id="362" name="Google Shape;362;g3f8b8008664_0_42"/>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100"/>
          </a:p>
        </p:txBody>
      </p:sp>
      <p:pic>
        <p:nvPicPr>
          <p:cNvPr id="363" name="IO_TCWV_anom"/>
          <p:cNvPicPr preferRelativeResize="0"/>
          <p:nvPr/>
        </p:nvPicPr>
        <p:blipFill>
          <a:blip r:embed="rId3">
            <a:alphaModFix/>
          </a:blip>
          <a:stretch>
            <a:fillRect/>
          </a:stretch>
        </p:blipFill>
        <p:spPr>
          <a:xfrm>
            <a:off x="191250" y="1107700"/>
            <a:ext cx="11809475" cy="5248657"/>
          </a:xfrm>
          <a:prstGeom prst="rect">
            <a:avLst/>
          </a:prstGeom>
          <a:noFill/>
          <a:ln>
            <a:noFill/>
          </a:ln>
        </p:spPr>
      </p:pic>
      <p:pic>
        <p:nvPicPr>
          <p:cNvPr id="364" name="Google Shape;364;g3f8b8008664_0_42"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365" name="Google Shape;365;g3f8b8008664_0_42"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3f871d58ec0_0_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Indian Basin Monthly Precipitation anomaly</a:t>
            </a:r>
            <a:endParaRPr/>
          </a:p>
        </p:txBody>
      </p:sp>
      <p:sp>
        <p:nvSpPr>
          <p:cNvPr id="372" name="Google Shape;372;g3f871d58ec0_0_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26</a:t>
            </a:fld>
            <a:endParaRPr/>
          </a:p>
        </p:txBody>
      </p:sp>
      <p:sp>
        <p:nvSpPr>
          <p:cNvPr id="373" name="Google Shape;373;g3f871d58ec0_0_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ECMWF extended range</a:t>
            </a:r>
            <a:endParaRPr/>
          </a:p>
        </p:txBody>
      </p:sp>
      <p:pic>
        <p:nvPicPr>
          <p:cNvPr id="374" name="Google Shape;374;g3f871d58ec0_0_5" descr="gklogo"/>
          <p:cNvPicPr preferRelativeResize="0"/>
          <p:nvPr/>
        </p:nvPicPr>
        <p:blipFill rotWithShape="1">
          <a:blip r:embed="rId3">
            <a:alphaModFix/>
          </a:blip>
          <a:srcRect/>
          <a:stretch/>
        </p:blipFill>
        <p:spPr>
          <a:xfrm>
            <a:off x="11238623" y="107275"/>
            <a:ext cx="806040" cy="739440"/>
          </a:xfrm>
          <a:prstGeom prst="rect">
            <a:avLst/>
          </a:prstGeom>
          <a:noFill/>
          <a:ln>
            <a:noFill/>
          </a:ln>
        </p:spPr>
      </p:pic>
      <p:pic>
        <p:nvPicPr>
          <p:cNvPr id="375" name="Google Shape;375;g3f871d58ec0_0_5" descr="C:\Documents and Settings\Administrator\Desktop\3dflags_ken0001-0003a.gif"/>
          <p:cNvPicPr preferRelativeResize="0"/>
          <p:nvPr/>
        </p:nvPicPr>
        <p:blipFill rotWithShape="1">
          <a:blip r:embed="rId4">
            <a:alphaModFix/>
          </a:blip>
          <a:srcRect/>
          <a:stretch/>
        </p:blipFill>
        <p:spPr>
          <a:xfrm>
            <a:off x="147338" y="101700"/>
            <a:ext cx="1002960" cy="750600"/>
          </a:xfrm>
          <a:prstGeom prst="rect">
            <a:avLst/>
          </a:prstGeom>
          <a:noFill/>
          <a:ln>
            <a:noFill/>
          </a:ln>
        </p:spPr>
      </p:pic>
      <p:pic>
        <p:nvPicPr>
          <p:cNvPr id="376" name="IO_precip_anom"/>
          <p:cNvPicPr preferRelativeResize="0"/>
          <p:nvPr/>
        </p:nvPicPr>
        <p:blipFill>
          <a:blip r:embed="rId5">
            <a:alphaModFix/>
          </a:blip>
          <a:stretch>
            <a:fillRect/>
          </a:stretch>
        </p:blipFill>
        <p:spPr>
          <a:xfrm>
            <a:off x="264500" y="1174050"/>
            <a:ext cx="11663002" cy="51823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3f8b2d5c2e4_0_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Indian Basin Standardized Monthly Precipitation Anom</a:t>
            </a:r>
            <a:endParaRPr/>
          </a:p>
        </p:txBody>
      </p:sp>
      <p:sp>
        <p:nvSpPr>
          <p:cNvPr id="383" name="Google Shape;383;g3f8b2d5c2e4_0_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27</a:t>
            </a:fld>
            <a:endParaRPr/>
          </a:p>
        </p:txBody>
      </p:sp>
      <p:sp>
        <p:nvSpPr>
          <p:cNvPr id="384" name="Google Shape;384;g3f8b2d5c2e4_0_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ECMWF extended range</a:t>
            </a:r>
            <a:endParaRPr/>
          </a:p>
        </p:txBody>
      </p:sp>
      <p:pic>
        <p:nvPicPr>
          <p:cNvPr id="385" name="Google Shape;385;g3f8b2d5c2e4_0_5" descr="gklogo"/>
          <p:cNvPicPr preferRelativeResize="0"/>
          <p:nvPr/>
        </p:nvPicPr>
        <p:blipFill rotWithShape="1">
          <a:blip r:embed="rId3">
            <a:alphaModFix/>
          </a:blip>
          <a:srcRect/>
          <a:stretch/>
        </p:blipFill>
        <p:spPr>
          <a:xfrm>
            <a:off x="11238623" y="107275"/>
            <a:ext cx="806040" cy="739440"/>
          </a:xfrm>
          <a:prstGeom prst="rect">
            <a:avLst/>
          </a:prstGeom>
          <a:noFill/>
          <a:ln>
            <a:noFill/>
          </a:ln>
        </p:spPr>
      </p:pic>
      <p:pic>
        <p:nvPicPr>
          <p:cNvPr id="386" name="Google Shape;386;g3f8b2d5c2e4_0_5" descr="C:\Documents and Settings\Administrator\Desktop\3dflags_ken0001-0003a.gif"/>
          <p:cNvPicPr preferRelativeResize="0"/>
          <p:nvPr/>
        </p:nvPicPr>
        <p:blipFill rotWithShape="1">
          <a:blip r:embed="rId4">
            <a:alphaModFix/>
          </a:blip>
          <a:srcRect/>
          <a:stretch/>
        </p:blipFill>
        <p:spPr>
          <a:xfrm>
            <a:off x="147338" y="101700"/>
            <a:ext cx="1002960" cy="750600"/>
          </a:xfrm>
          <a:prstGeom prst="rect">
            <a:avLst/>
          </a:prstGeom>
          <a:noFill/>
          <a:ln>
            <a:noFill/>
          </a:ln>
        </p:spPr>
      </p:pic>
      <p:pic>
        <p:nvPicPr>
          <p:cNvPr id="387" name="IO_precip_anom_std"/>
          <p:cNvPicPr preferRelativeResize="0"/>
          <p:nvPr/>
        </p:nvPicPr>
        <p:blipFill>
          <a:blip r:embed="rId5">
            <a:alphaModFix/>
          </a:blip>
          <a:stretch>
            <a:fillRect/>
          </a:stretch>
        </p:blipFill>
        <p:spPr>
          <a:xfrm>
            <a:off x="289600" y="1075186"/>
            <a:ext cx="11612810" cy="515998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pic>
        <p:nvPicPr>
          <p:cNvPr id="393" name="ECMWFmed_raw_plot"/>
          <p:cNvPicPr preferRelativeResize="0"/>
          <p:nvPr/>
        </p:nvPicPr>
        <p:blipFill>
          <a:blip r:embed="rId3">
            <a:alphaModFix/>
          </a:blip>
          <a:srcRect/>
          <a:stretch/>
        </p:blipFill>
        <p:spPr>
          <a:xfrm>
            <a:off x="5537869" y="1597195"/>
            <a:ext cx="6340274" cy="4164610"/>
          </a:xfrm>
          <a:prstGeom prst="rect">
            <a:avLst/>
          </a:prstGeom>
          <a:noFill/>
          <a:ln>
            <a:noFill/>
          </a:ln>
        </p:spPr>
      </p:pic>
      <p:sp>
        <p:nvSpPr>
          <p:cNvPr id="394" name="Google Shape;394;g3f876f4b115_0_349"/>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Weekly precipitation: ECMWF Medium Range</a:t>
            </a:r>
            <a:endParaRPr/>
          </a:p>
        </p:txBody>
      </p:sp>
      <p:sp>
        <p:nvSpPr>
          <p:cNvPr id="395" name="Google Shape;395;g3f876f4b115_0_349"/>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28</a:t>
            </a:fld>
            <a:endParaRPr/>
          </a:p>
        </p:txBody>
      </p:sp>
      <p:sp>
        <p:nvSpPr>
          <p:cNvPr id="396" name="Google Shape;396;g3f876f4b115_0_349"/>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397" name="ECMWFmed_raw_text"/>
          <p:cNvSpPr txBox="1">
            <a:spLocks noGrp="1"/>
          </p:cNvSpPr>
          <p:nvPr>
            <p:ph type="body" idx="1"/>
          </p:nvPr>
        </p:nvSpPr>
        <p:spPr>
          <a:xfrm>
            <a:off x="593425" y="1165950"/>
            <a:ext cx="4651200" cy="5027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300"/>
              <a:buNone/>
            </a:pPr>
            <a:r>
              <a:rPr lang="en-US" sz="1300" b="1" dirty="0">
                <a:latin typeface="Calibri"/>
                <a:ea typeface="Calibri"/>
                <a:cs typeface="Calibri"/>
                <a:sym typeface="Calibri"/>
              </a:rPr>
              <a:t>Coast:</a:t>
            </a:r>
            <a:r>
              <a:rPr lang="en-US" sz="1300" dirty="0">
                <a:latin typeface="Calibri"/>
                <a:ea typeface="Calibri"/>
                <a:cs typeface="Calibri"/>
                <a:sym typeface="Calibri"/>
              </a:rPr>
              <a:t> The medium-range forecast indicates 17.2mm in week 1 and 25.3mm in week 2, which reinforces the wet signal seen in all other products and suggests the intensity may be higher than even the downscaled output.</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Highlands West of the Rift Valley and Rift Valley and Lake Victoria Basin:</a:t>
            </a:r>
            <a:r>
              <a:rPr lang="en-US" sz="1300" dirty="0">
                <a:latin typeface="Calibri"/>
                <a:ea typeface="Calibri"/>
                <a:cs typeface="Calibri"/>
                <a:sym typeface="Calibri"/>
              </a:rPr>
              <a:t> The medium-range values of 6.6mm and 6.3mm in week 1 are higher than the raw ECMWF values but lower than the downscaled totals, acting as a moderate middle ground for the western zones.</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Highlands East of the Rift Valley, Northeastern Kenya, Southeastern Lowlands, and Northwestern Kenya:</a:t>
            </a:r>
            <a:r>
              <a:rPr lang="en-US" sz="1300" dirty="0">
                <a:latin typeface="Calibri"/>
                <a:ea typeface="Calibri"/>
                <a:cs typeface="Calibri"/>
                <a:sym typeface="Calibri"/>
              </a:rPr>
              <a:t> The medium-range forecast shows 7.4mm, 2.5mm, 4.6mm, and 0.6mm respectively for week 1, generally tracking closely with the raw ECMWF and GEFS, confirming the dry start for these interior regions.</a:t>
            </a:r>
            <a:endParaRPr sz="1800" dirty="0"/>
          </a:p>
          <a:p>
            <a:pPr marL="0" lvl="0" indent="0" algn="l" rtl="0">
              <a:lnSpc>
                <a:spcPct val="90000"/>
              </a:lnSpc>
              <a:spcBef>
                <a:spcPts val="1800"/>
              </a:spcBef>
              <a:spcAft>
                <a:spcPts val="0"/>
              </a:spcAft>
              <a:buClr>
                <a:schemeClr val="dk1"/>
              </a:buClr>
              <a:buSzPts val="1300"/>
              <a:buNone/>
            </a:pPr>
            <a:endParaRPr sz="1300" b="1" dirty="0">
              <a:latin typeface="Calibri"/>
              <a:ea typeface="Calibri"/>
              <a:cs typeface="Calibri"/>
              <a:sym typeface="Calibri"/>
            </a:endParaRPr>
          </a:p>
        </p:txBody>
      </p:sp>
      <p:pic>
        <p:nvPicPr>
          <p:cNvPr id="398" name="Google Shape;398;g3f876f4b115_0_349"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399" name="Google Shape;399;g3f876f4b115_0_349"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g3f876f4b115_0_402"/>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Weekly precipitation: ECMWF</a:t>
            </a:r>
            <a:endParaRPr/>
          </a:p>
        </p:txBody>
      </p:sp>
      <p:sp>
        <p:nvSpPr>
          <p:cNvPr id="406" name="Google Shape;406;g3f876f4b115_0_402"/>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29</a:t>
            </a:fld>
            <a:endParaRPr/>
          </a:p>
        </p:txBody>
      </p:sp>
      <p:sp>
        <p:nvSpPr>
          <p:cNvPr id="407" name="Google Shape;407;g3f876f4b115_0_402"/>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408" name="ECMWF_raw_text"/>
          <p:cNvSpPr txBox="1">
            <a:spLocks noGrp="1"/>
          </p:cNvSpPr>
          <p:nvPr>
            <p:ph type="body" idx="1"/>
          </p:nvPr>
        </p:nvSpPr>
        <p:spPr>
          <a:xfrm>
            <a:off x="428549" y="1165950"/>
            <a:ext cx="4754100" cy="5027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300"/>
              <a:buNone/>
            </a:pPr>
            <a:r>
              <a:rPr lang="en-US" sz="1300" b="1" dirty="0">
                <a:latin typeface="Calibri"/>
                <a:ea typeface="Calibri"/>
                <a:cs typeface="Calibri"/>
                <a:sym typeface="Calibri"/>
              </a:rPr>
              <a:t>Coast:</a:t>
            </a:r>
            <a:r>
              <a:rPr lang="en-US" sz="1300" b="0" dirty="0">
                <a:latin typeface="Calibri"/>
                <a:ea typeface="Calibri"/>
                <a:cs typeface="Calibri"/>
                <a:sym typeface="Calibri"/>
              </a:rPr>
              <a:t> This region shows the most significant wet signal in the forecast, with </a:t>
            </a:r>
            <a:r>
              <a:rPr lang="en-US" sz="1300" b="0" dirty="0" err="1">
                <a:latin typeface="Calibri"/>
                <a:ea typeface="Calibri"/>
                <a:cs typeface="Calibri"/>
                <a:sym typeface="Calibri"/>
              </a:rPr>
              <a:t>raw_precip</a:t>
            </a:r>
            <a:r>
              <a:rPr lang="en-US" sz="1300" b="0" dirty="0">
                <a:latin typeface="Calibri"/>
                <a:ea typeface="Calibri"/>
                <a:cs typeface="Calibri"/>
                <a:sym typeface="Calibri"/>
              </a:rPr>
              <a:t> of 13.6mm in week 1, increasing to 17.6mm by week 2. This wet tendency persists through week 3 (12.3mm) and week 4 (12.2mm), before potentially intensifying in weeks 5 and 6.</a:t>
            </a:r>
            <a:endParaRPr sz="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Highlands West of the Rift Valley, Rift Valley and Lake Victoria Basin, Highlands East of the Rift Valley, Northeastern Kenya, Southeastern Lowlands, and Northwestern Kenya:</a:t>
            </a:r>
            <a:r>
              <a:rPr lang="en-US" sz="1300" b="0" dirty="0">
                <a:latin typeface="Calibri"/>
                <a:ea typeface="Calibri"/>
                <a:cs typeface="Calibri"/>
                <a:sym typeface="Calibri"/>
              </a:rPr>
              <a:t> These regions are largely dry in week 1, with </a:t>
            </a:r>
            <a:r>
              <a:rPr lang="en-US" sz="1300" b="0" dirty="0" err="1">
                <a:latin typeface="Calibri"/>
                <a:ea typeface="Calibri"/>
                <a:cs typeface="Calibri"/>
                <a:sym typeface="Calibri"/>
              </a:rPr>
              <a:t>raw_precip</a:t>
            </a:r>
            <a:r>
              <a:rPr lang="en-US" sz="1300" b="0" dirty="0">
                <a:latin typeface="Calibri"/>
                <a:ea typeface="Calibri"/>
                <a:cs typeface="Calibri"/>
                <a:sym typeface="Calibri"/>
              </a:rPr>
              <a:t> values ranging from 0.8mm in the northwest to 5.9mm in the western highlands. This dry signal generally persists into week 2, though Southeastern Lowlands shows a slight increase to 6.5mm, and Northeastern Kenya moves toward 3.8mm. By week 3, the dry signal begins to ease across most of these zones, with western areas seeing </a:t>
            </a:r>
            <a:r>
              <a:rPr lang="en-US" sz="1300" b="0" dirty="0" err="1">
                <a:latin typeface="Calibri"/>
                <a:ea typeface="Calibri"/>
                <a:cs typeface="Calibri"/>
                <a:sym typeface="Calibri"/>
              </a:rPr>
              <a:t>raw_precip</a:t>
            </a:r>
            <a:r>
              <a:rPr lang="en-US" sz="1300" b="0" dirty="0">
                <a:latin typeface="Calibri"/>
                <a:ea typeface="Calibri"/>
                <a:cs typeface="Calibri"/>
                <a:sym typeface="Calibri"/>
              </a:rPr>
              <a:t> rise to between 2.0mm and 12.1mm by the end of week 4.</a:t>
            </a:r>
            <a:endParaRPr dirty="0"/>
          </a:p>
        </p:txBody>
      </p:sp>
      <p:pic>
        <p:nvPicPr>
          <p:cNvPr id="409" name="Google Shape;409;g3f876f4b115_0_402" descr="gklogo"/>
          <p:cNvPicPr preferRelativeResize="0"/>
          <p:nvPr/>
        </p:nvPicPr>
        <p:blipFill rotWithShape="1">
          <a:blip r:embed="rId3">
            <a:alphaModFix/>
          </a:blip>
          <a:srcRect/>
          <a:stretch/>
        </p:blipFill>
        <p:spPr>
          <a:xfrm>
            <a:off x="11238623" y="107275"/>
            <a:ext cx="806040" cy="739440"/>
          </a:xfrm>
          <a:prstGeom prst="rect">
            <a:avLst/>
          </a:prstGeom>
          <a:noFill/>
          <a:ln>
            <a:noFill/>
          </a:ln>
        </p:spPr>
      </p:pic>
      <p:pic>
        <p:nvPicPr>
          <p:cNvPr id="410" name="Google Shape;410;g3f876f4b115_0_402" descr="C:\Documents and Settings\Administrator\Desktop\3dflags_ken0001-0003a.gif"/>
          <p:cNvPicPr preferRelativeResize="0"/>
          <p:nvPr/>
        </p:nvPicPr>
        <p:blipFill rotWithShape="1">
          <a:blip r:embed="rId4">
            <a:alphaModFix/>
          </a:blip>
          <a:srcRect/>
          <a:stretch/>
        </p:blipFill>
        <p:spPr>
          <a:xfrm>
            <a:off x="147338" y="101700"/>
            <a:ext cx="1002960" cy="750600"/>
          </a:xfrm>
          <a:prstGeom prst="rect">
            <a:avLst/>
          </a:prstGeom>
          <a:noFill/>
          <a:ln>
            <a:noFill/>
          </a:ln>
        </p:spPr>
      </p:pic>
      <p:pic>
        <p:nvPicPr>
          <p:cNvPr id="411" name="ECMWF_raw_plot"/>
          <p:cNvPicPr preferRelativeResize="0"/>
          <p:nvPr/>
        </p:nvPicPr>
        <p:blipFill>
          <a:blip r:embed="rId5">
            <a:alphaModFix/>
          </a:blip>
          <a:srcRect/>
          <a:stretch/>
        </p:blipFill>
        <p:spPr>
          <a:xfrm>
            <a:off x="5201557" y="1240714"/>
            <a:ext cx="6990423" cy="445133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g3f9fe6d01a0_2_121"/>
          <p:cNvPicPr preferRelativeResize="0"/>
          <p:nvPr/>
        </p:nvPicPr>
        <p:blipFill>
          <a:blip r:embed="rId3">
            <a:alphaModFix/>
          </a:blip>
          <a:stretch>
            <a:fillRect/>
          </a:stretch>
        </p:blipFill>
        <p:spPr>
          <a:xfrm>
            <a:off x="5396175" y="1112250"/>
            <a:ext cx="6225103" cy="5085861"/>
          </a:xfrm>
          <a:prstGeom prst="rect">
            <a:avLst/>
          </a:prstGeom>
          <a:noFill/>
          <a:ln>
            <a:noFill/>
          </a:ln>
        </p:spPr>
      </p:pic>
      <p:sp>
        <p:nvSpPr>
          <p:cNvPr id="418" name="Google Shape;418;g3f9fe6d01a0_2_121"/>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Weekly precipitation: HRES + ECMWF</a:t>
            </a:r>
            <a:endParaRPr/>
          </a:p>
        </p:txBody>
      </p:sp>
      <p:sp>
        <p:nvSpPr>
          <p:cNvPr id="419" name="Google Shape;419;g3f9fe6d01a0_2_121"/>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30</a:t>
            </a:fld>
            <a:endParaRPr/>
          </a:p>
        </p:txBody>
      </p:sp>
      <p:sp>
        <p:nvSpPr>
          <p:cNvPr id="420" name="Google Shape;420;g3f9fe6d01a0_2_121"/>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421" name="Google Shape;421;g3f9fe6d01a0_2_121"/>
          <p:cNvSpPr txBox="1">
            <a:spLocks noGrp="1"/>
          </p:cNvSpPr>
          <p:nvPr>
            <p:ph type="body" idx="1"/>
          </p:nvPr>
        </p:nvSpPr>
        <p:spPr>
          <a:xfrm>
            <a:off x="593425" y="1165950"/>
            <a:ext cx="4754100" cy="5027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300"/>
              <a:buNone/>
            </a:pPr>
            <a:r>
              <a:rPr lang="en-US" sz="1300" b="1" dirty="0">
                <a:latin typeface="Calibri"/>
                <a:ea typeface="Calibri"/>
                <a:cs typeface="Calibri"/>
                <a:sym typeface="Calibri"/>
              </a:rPr>
              <a:t>Coast:</a:t>
            </a:r>
            <a:r>
              <a:rPr lang="en-US" sz="1300" b="0" dirty="0">
                <a:latin typeface="Calibri"/>
                <a:ea typeface="Calibri"/>
                <a:cs typeface="Calibri"/>
                <a:sym typeface="Calibri"/>
              </a:rPr>
              <a:t> This region shows the most significant wet signal in the forecast, with </a:t>
            </a:r>
            <a:r>
              <a:rPr lang="en-US" sz="1300" b="0" dirty="0" err="1">
                <a:latin typeface="Calibri"/>
                <a:ea typeface="Calibri"/>
                <a:cs typeface="Calibri"/>
                <a:sym typeface="Calibri"/>
              </a:rPr>
              <a:t>raw_precip</a:t>
            </a:r>
            <a:r>
              <a:rPr lang="en-US" sz="1300" b="0" dirty="0">
                <a:latin typeface="Calibri"/>
                <a:ea typeface="Calibri"/>
                <a:cs typeface="Calibri"/>
                <a:sym typeface="Calibri"/>
              </a:rPr>
              <a:t> of 13.6mm in week 1, increasing to 17.6mm by week 2. This wet tendency persists through week 3 (12.3mm) and week 4 (12.2mm), before potentially intensifying in weeks 5 and 6.</a:t>
            </a:r>
            <a:endParaRPr sz="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Highlands West of the Rift Valley, Rift Valley and Lake Victoria Basin, Highlands East of the Rift Valley, Northeastern Kenya, Southeastern Lowlands, and Northwestern Kenya:</a:t>
            </a:r>
            <a:r>
              <a:rPr lang="en-US" sz="1300" b="0" dirty="0">
                <a:latin typeface="Calibri"/>
                <a:ea typeface="Calibri"/>
                <a:cs typeface="Calibri"/>
                <a:sym typeface="Calibri"/>
              </a:rPr>
              <a:t> These regions are largely dry in week 1, with </a:t>
            </a:r>
            <a:r>
              <a:rPr lang="en-US" sz="1300" b="0" dirty="0" err="1">
                <a:latin typeface="Calibri"/>
                <a:ea typeface="Calibri"/>
                <a:cs typeface="Calibri"/>
                <a:sym typeface="Calibri"/>
              </a:rPr>
              <a:t>raw_precip</a:t>
            </a:r>
            <a:r>
              <a:rPr lang="en-US" sz="1300" b="0" dirty="0">
                <a:latin typeface="Calibri"/>
                <a:ea typeface="Calibri"/>
                <a:cs typeface="Calibri"/>
                <a:sym typeface="Calibri"/>
              </a:rPr>
              <a:t> values ranging from 0.8mm in the northwest to 5.9mm in the western highlands. This dry signal generally persists into week 2, though Southeastern Lowlands shows a slight increase to 6.5mm, and Northeastern Kenya moves toward 3.8mm. By week 3, the dry signal begins to ease across most of these zones, with western areas seeing </a:t>
            </a:r>
            <a:r>
              <a:rPr lang="en-US" sz="1300" b="0" dirty="0" err="1">
                <a:latin typeface="Calibri"/>
                <a:ea typeface="Calibri"/>
                <a:cs typeface="Calibri"/>
                <a:sym typeface="Calibri"/>
              </a:rPr>
              <a:t>raw_precip</a:t>
            </a:r>
            <a:r>
              <a:rPr lang="en-US" sz="1300" b="0" dirty="0">
                <a:latin typeface="Calibri"/>
                <a:ea typeface="Calibri"/>
                <a:cs typeface="Calibri"/>
                <a:sym typeface="Calibri"/>
              </a:rPr>
              <a:t> rise to between 2.0mm and 12.1mm by the end of week 4.</a:t>
            </a:r>
            <a:endParaRPr dirty="0"/>
          </a:p>
        </p:txBody>
      </p:sp>
      <p:pic>
        <p:nvPicPr>
          <p:cNvPr id="422" name="Google Shape;422;g3f9fe6d01a0_2_121"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423" name="Google Shape;423;g3f9fe6d01a0_2_121"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pic>
        <p:nvPicPr>
          <p:cNvPr id="3" name="Google Shape;668;g3f880911230_3_115">
            <a:extLst>
              <a:ext uri="{FF2B5EF4-FFF2-40B4-BE49-F238E27FC236}">
                <a16:creationId xmlns:a16="http://schemas.microsoft.com/office/drawing/2014/main" id="{D2B1A108-2E2F-E0C7-851C-20B4CE654DD0}"/>
              </a:ext>
            </a:extLst>
          </p:cNvPr>
          <p:cNvPicPr preferRelativeResize="0"/>
          <p:nvPr/>
        </p:nvPicPr>
        <p:blipFill>
          <a:blip r:embed="rId6">
            <a:alphaModFix/>
          </a:blip>
          <a:stretch>
            <a:fillRect/>
          </a:stretch>
        </p:blipFill>
        <p:spPr>
          <a:xfrm rot="2564143">
            <a:off x="1715316" y="3291830"/>
            <a:ext cx="2528556" cy="971563"/>
          </a:xfrm>
          <a:prstGeom prst="rect">
            <a:avLst/>
          </a:prstGeom>
          <a:solidFill>
            <a:schemeClr val="lt1"/>
          </a:solidFill>
          <a:ln>
            <a:noFill/>
          </a:ln>
        </p:spPr>
      </p:pic>
      <p:pic>
        <p:nvPicPr>
          <p:cNvPr id="5" name="Google Shape;668;g3f880911230_3_115">
            <a:extLst>
              <a:ext uri="{FF2B5EF4-FFF2-40B4-BE49-F238E27FC236}">
                <a16:creationId xmlns:a16="http://schemas.microsoft.com/office/drawing/2014/main" id="{E30C9835-82C9-699D-99F0-7F0FA9259FB3}"/>
              </a:ext>
            </a:extLst>
          </p:cNvPr>
          <p:cNvPicPr preferRelativeResize="0"/>
          <p:nvPr/>
        </p:nvPicPr>
        <p:blipFill>
          <a:blip r:embed="rId6">
            <a:alphaModFix/>
          </a:blip>
          <a:stretch>
            <a:fillRect/>
          </a:stretch>
        </p:blipFill>
        <p:spPr>
          <a:xfrm rot="2564143">
            <a:off x="8514812" y="3169397"/>
            <a:ext cx="2528556" cy="971563"/>
          </a:xfrm>
          <a:prstGeom prst="rect">
            <a:avLst/>
          </a:prstGeom>
          <a:solidFill>
            <a:schemeClr val="lt1"/>
          </a:solidFill>
          <a:ln>
            <a:noFill/>
          </a:ln>
        </p:spPr>
      </p:pic>
      <p:pic>
        <p:nvPicPr>
          <p:cNvPr id="7" name="Google Shape;668;g3f880911230_3_115">
            <a:extLst>
              <a:ext uri="{FF2B5EF4-FFF2-40B4-BE49-F238E27FC236}">
                <a16:creationId xmlns:a16="http://schemas.microsoft.com/office/drawing/2014/main" id="{E4287485-AFA8-8467-575F-07B47810E80B}"/>
              </a:ext>
            </a:extLst>
          </p:cNvPr>
          <p:cNvPicPr preferRelativeResize="0"/>
          <p:nvPr/>
        </p:nvPicPr>
        <p:blipFill>
          <a:blip r:embed="rId6">
            <a:alphaModFix/>
          </a:blip>
          <a:stretch>
            <a:fillRect/>
          </a:stretch>
        </p:blipFill>
        <p:spPr>
          <a:xfrm rot="2564143">
            <a:off x="4831712" y="3169398"/>
            <a:ext cx="2528556" cy="971563"/>
          </a:xfrm>
          <a:prstGeom prst="rect">
            <a:avLst/>
          </a:prstGeom>
          <a:solidFill>
            <a:schemeClr val="lt1"/>
          </a:solid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g3f876f4b115_0_363"/>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Weekly precipitation: GEFS</a:t>
            </a:r>
            <a:endParaRPr/>
          </a:p>
        </p:txBody>
      </p:sp>
      <p:sp>
        <p:nvSpPr>
          <p:cNvPr id="430" name="Google Shape;430;g3f876f4b115_0_363"/>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31</a:t>
            </a:fld>
            <a:endParaRPr/>
          </a:p>
        </p:txBody>
      </p:sp>
      <p:sp>
        <p:nvSpPr>
          <p:cNvPr id="431" name="Google Shape;431;g3f876f4b115_0_363"/>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pic>
        <p:nvPicPr>
          <p:cNvPr id="433" name="Google Shape;433;g3f876f4b115_0_363" descr="gklogo"/>
          <p:cNvPicPr preferRelativeResize="0"/>
          <p:nvPr/>
        </p:nvPicPr>
        <p:blipFill rotWithShape="1">
          <a:blip r:embed="rId3">
            <a:alphaModFix/>
          </a:blip>
          <a:srcRect/>
          <a:stretch/>
        </p:blipFill>
        <p:spPr>
          <a:xfrm>
            <a:off x="11238623" y="107275"/>
            <a:ext cx="806040" cy="739440"/>
          </a:xfrm>
          <a:prstGeom prst="rect">
            <a:avLst/>
          </a:prstGeom>
          <a:noFill/>
          <a:ln>
            <a:noFill/>
          </a:ln>
        </p:spPr>
      </p:pic>
      <p:pic>
        <p:nvPicPr>
          <p:cNvPr id="434" name="Google Shape;434;g3f876f4b115_0_363" descr="C:\Documents and Settings\Administrator\Desktop\3dflags_ken0001-0003a.gif"/>
          <p:cNvPicPr preferRelativeResize="0"/>
          <p:nvPr/>
        </p:nvPicPr>
        <p:blipFill rotWithShape="1">
          <a:blip r:embed="rId4">
            <a:alphaModFix/>
          </a:blip>
          <a:srcRect/>
          <a:stretch/>
        </p:blipFill>
        <p:spPr>
          <a:xfrm>
            <a:off x="147338" y="101700"/>
            <a:ext cx="1002960" cy="750600"/>
          </a:xfrm>
          <a:prstGeom prst="rect">
            <a:avLst/>
          </a:prstGeom>
          <a:noFill/>
          <a:ln>
            <a:noFill/>
          </a:ln>
        </p:spPr>
      </p:pic>
      <p:sp>
        <p:nvSpPr>
          <p:cNvPr id="4" name="GEFS_raw_text">
            <a:extLst>
              <a:ext uri="{FF2B5EF4-FFF2-40B4-BE49-F238E27FC236}">
                <a16:creationId xmlns:a16="http://schemas.microsoft.com/office/drawing/2014/main" id="{3782F246-8453-6C12-FD41-FA83C8E047FD}"/>
              </a:ext>
            </a:extLst>
          </p:cNvPr>
          <p:cNvSpPr txBox="1">
            <a:spLocks/>
          </p:cNvSpPr>
          <p:nvPr/>
        </p:nvSpPr>
        <p:spPr>
          <a:xfrm>
            <a:off x="593425" y="1165950"/>
            <a:ext cx="4606742" cy="50271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2100"/>
              <a:buFont typeface="Arial"/>
              <a:buNone/>
              <a:defRPr sz="2100" b="0" i="0" u="none" strike="noStrike" cap="none" spc="0">
                <a:solidFill>
                  <a:schemeClr val="dk1"/>
                </a:solidFill>
                <a:latin typeface="Karla"/>
                <a:ea typeface="Karla"/>
                <a:cs typeface="Karla"/>
                <a:sym typeface="Karla"/>
              </a:defRPr>
            </a:lvl1pPr>
            <a:lvl2pPr marL="914400" marR="0" lvl="1" indent="-330200" algn="l" rtl="0">
              <a:lnSpc>
                <a:spcPct val="100000"/>
              </a:lnSpc>
              <a:spcBef>
                <a:spcPts val="1100"/>
              </a:spcBef>
              <a:spcAft>
                <a:spcPts val="0"/>
              </a:spcAft>
              <a:buClr>
                <a:schemeClr val="accent1"/>
              </a:buClr>
              <a:buSzPts val="1600"/>
              <a:buFont typeface="Arial"/>
              <a:buChar char="•"/>
              <a:defRPr sz="2100" b="0" i="0" u="none" strike="noStrike" cap="none" spc="0">
                <a:solidFill>
                  <a:schemeClr val="dk1"/>
                </a:solidFill>
                <a:latin typeface="Karla"/>
                <a:ea typeface="Karla"/>
                <a:cs typeface="Karla"/>
                <a:sym typeface="Karla"/>
              </a:defRPr>
            </a:lvl2pPr>
            <a:lvl3pPr marL="1371600" marR="0" lvl="2" indent="-228600" algn="l" rtl="0">
              <a:lnSpc>
                <a:spcPct val="100000"/>
              </a:lnSpc>
              <a:spcBef>
                <a:spcPts val="1100"/>
              </a:spcBef>
              <a:spcAft>
                <a:spcPts val="0"/>
              </a:spcAft>
              <a:buClr>
                <a:schemeClr val="dk1"/>
              </a:buClr>
              <a:buSzPts val="2100"/>
              <a:buFont typeface="Arial"/>
              <a:buNone/>
              <a:defRPr sz="1400" b="0" i="0" u="none" strike="noStrike" cap="none" spc="0">
                <a:solidFill>
                  <a:schemeClr val="dk1"/>
                </a:solidFill>
                <a:latin typeface="Karla"/>
                <a:ea typeface="Karla"/>
                <a:cs typeface="Karla"/>
                <a:sym typeface="Karla"/>
              </a:defRPr>
            </a:lvl3pPr>
            <a:lvl4pPr marL="1828800" marR="0" lvl="3" indent="-228600" algn="l" rtl="0">
              <a:lnSpc>
                <a:spcPct val="100000"/>
              </a:lnSpc>
              <a:spcBef>
                <a:spcPts val="1600"/>
              </a:spcBef>
              <a:spcAft>
                <a:spcPts val="0"/>
              </a:spcAft>
              <a:buClr>
                <a:schemeClr val="dk1"/>
              </a:buClr>
              <a:buSzPts val="1600"/>
              <a:buFont typeface="Arial"/>
              <a:buNone/>
              <a:defRPr sz="1200" b="0" i="0" u="none" strike="noStrike" cap="none" spc="0">
                <a:solidFill>
                  <a:schemeClr val="dk1"/>
                </a:solidFill>
                <a:latin typeface="Karla"/>
                <a:ea typeface="Karla"/>
                <a:cs typeface="Karla"/>
                <a:sym typeface="Karla"/>
              </a:defRPr>
            </a:lvl4pPr>
            <a:lvl5pPr marL="2286000" marR="0" lvl="4" indent="-228600" algn="l" rtl="0">
              <a:lnSpc>
                <a:spcPct val="100000"/>
              </a:lnSpc>
              <a:spcBef>
                <a:spcPts val="1600"/>
              </a:spcBef>
              <a:spcAft>
                <a:spcPts val="0"/>
              </a:spcAft>
              <a:buClr>
                <a:schemeClr val="dk1"/>
              </a:buClr>
              <a:buSzPts val="1300"/>
              <a:buFont typeface="Arial"/>
              <a:buNone/>
              <a:defRPr sz="1200" b="0" i="0" u="none" strike="noStrike" cap="none" spc="0">
                <a:solidFill>
                  <a:schemeClr val="dk1"/>
                </a:solidFill>
                <a:latin typeface="Karla"/>
                <a:ea typeface="Karla"/>
                <a:cs typeface="Karla"/>
                <a:sym typeface="Karla"/>
              </a:defRPr>
            </a:lvl5pPr>
            <a:lvl6pPr marL="2743200" marR="0" lvl="5" indent="-381000" algn="l" rtl="0">
              <a:lnSpc>
                <a:spcPct val="100000"/>
              </a:lnSpc>
              <a:spcBef>
                <a:spcPts val="500"/>
              </a:spcBef>
              <a:spcAft>
                <a:spcPts val="0"/>
              </a:spcAft>
              <a:buClr>
                <a:schemeClr val="dk1"/>
              </a:buClr>
              <a:buSzPts val="2400"/>
              <a:buFont typeface="Arial"/>
              <a:buChar char="•"/>
              <a:defRPr sz="2000" b="0" i="0" u="none" strike="noStrike" cap="none" spc="0">
                <a:solidFill>
                  <a:schemeClr val="dk1"/>
                </a:solidFill>
                <a:latin typeface="Karla"/>
                <a:ea typeface="Karla"/>
                <a:cs typeface="Karla"/>
                <a:sym typeface="Karla"/>
              </a:defRPr>
            </a:lvl6pPr>
            <a:lvl7pPr marL="3200400" marR="0" lvl="6" indent="-381000" algn="l" rtl="0">
              <a:lnSpc>
                <a:spcPct val="100000"/>
              </a:lnSpc>
              <a:spcBef>
                <a:spcPts val="500"/>
              </a:spcBef>
              <a:spcAft>
                <a:spcPts val="0"/>
              </a:spcAft>
              <a:buClr>
                <a:schemeClr val="dk1"/>
              </a:buClr>
              <a:buSzPts val="2400"/>
              <a:buFont typeface="Arial"/>
              <a:buChar char="•"/>
              <a:defRPr sz="2000" b="0" i="0" u="none" strike="noStrike" cap="none" spc="0">
                <a:solidFill>
                  <a:schemeClr val="dk1"/>
                </a:solidFill>
                <a:latin typeface="Karla"/>
                <a:ea typeface="Karla"/>
                <a:cs typeface="Karla"/>
                <a:sym typeface="Karla"/>
              </a:defRPr>
            </a:lvl7pPr>
            <a:lvl8pPr marL="3657600" marR="0" lvl="7" indent="-381000" algn="l" rtl="0">
              <a:lnSpc>
                <a:spcPct val="100000"/>
              </a:lnSpc>
              <a:spcBef>
                <a:spcPts val="500"/>
              </a:spcBef>
              <a:spcAft>
                <a:spcPts val="0"/>
              </a:spcAft>
              <a:buClr>
                <a:schemeClr val="dk1"/>
              </a:buClr>
              <a:buSzPts val="2400"/>
              <a:buFont typeface="Arial"/>
              <a:buChar char="•"/>
              <a:defRPr sz="2000" b="0" i="0" u="none" strike="noStrike" cap="none" spc="0">
                <a:solidFill>
                  <a:schemeClr val="dk1"/>
                </a:solidFill>
                <a:latin typeface="Karla"/>
                <a:ea typeface="Karla"/>
                <a:cs typeface="Karla"/>
                <a:sym typeface="Karla"/>
              </a:defRPr>
            </a:lvl8pPr>
            <a:lvl9pPr marL="4114800" marR="0" lvl="8" indent="-381000" algn="l" rtl="0">
              <a:lnSpc>
                <a:spcPct val="100000"/>
              </a:lnSpc>
              <a:spcBef>
                <a:spcPts val="500"/>
              </a:spcBef>
              <a:spcAft>
                <a:spcPts val="0"/>
              </a:spcAft>
              <a:buClr>
                <a:schemeClr val="dk1"/>
              </a:buClr>
              <a:buSzPts val="2400"/>
              <a:buFont typeface="Arial"/>
              <a:buChar char="•"/>
              <a:defRPr sz="2000" b="0" i="0" u="none" strike="noStrike" cap="none" spc="0">
                <a:solidFill>
                  <a:schemeClr val="dk1"/>
                </a:solidFill>
                <a:latin typeface="Karla"/>
                <a:ea typeface="Karla"/>
                <a:cs typeface="Karla"/>
                <a:sym typeface="Karla"/>
              </a:defRPr>
            </a:lvl9pPr>
          </a:lstStyle>
          <a:p>
            <a:pPr marL="0" indent="0">
              <a:lnSpc>
                <a:spcPct val="90000"/>
              </a:lnSpc>
              <a:buSzPts val="1300"/>
            </a:pPr>
            <a:r>
              <a:rPr lang="en-GB" sz="1300" b="1" dirty="0">
                <a:latin typeface="Calibri"/>
                <a:ea typeface="Calibri"/>
                <a:cs typeface="Calibri"/>
                <a:sym typeface="Calibri"/>
              </a:rPr>
              <a:t>Coast:</a:t>
            </a:r>
            <a:r>
              <a:rPr lang="en-GB" sz="1300" dirty="0">
                <a:latin typeface="Calibri"/>
                <a:ea typeface="Calibri"/>
                <a:cs typeface="Calibri"/>
                <a:sym typeface="Calibri"/>
              </a:rPr>
              <a:t> This region shows the most significant wet signal in the forecast, with </a:t>
            </a:r>
            <a:r>
              <a:rPr lang="en-GB" sz="1300" dirty="0" err="1">
                <a:latin typeface="Calibri"/>
                <a:ea typeface="Calibri"/>
                <a:cs typeface="Calibri"/>
                <a:sym typeface="Calibri"/>
              </a:rPr>
              <a:t>raw_precip</a:t>
            </a:r>
            <a:r>
              <a:rPr lang="en-GB" sz="1300" dirty="0">
                <a:latin typeface="Calibri"/>
                <a:ea typeface="Calibri"/>
                <a:cs typeface="Calibri"/>
                <a:sym typeface="Calibri"/>
              </a:rPr>
              <a:t> of 13.6mm in week 1, increasing to 17.6mm by week 2. This wet tendency persists through week 3 (12.3mm) and week 4 (12.2mm), before potentially intensifying in weeks 5 and 6.</a:t>
            </a:r>
            <a:endParaRPr lang="en-GB" sz="800" dirty="0"/>
          </a:p>
          <a:p>
            <a:pPr marL="0" indent="0">
              <a:lnSpc>
                <a:spcPct val="90000"/>
              </a:lnSpc>
              <a:spcBef>
                <a:spcPts val="1800"/>
              </a:spcBef>
              <a:buSzPts val="1300"/>
            </a:pPr>
            <a:r>
              <a:rPr lang="en-GB" sz="1300" b="1" dirty="0">
                <a:latin typeface="Calibri"/>
                <a:ea typeface="Calibri"/>
                <a:cs typeface="Calibri"/>
                <a:sym typeface="Calibri"/>
              </a:rPr>
              <a:t>Highlands West of the Rift Valley, Rift Valley and Lake Victoria Basin, Highlands East of the Rift Valley, Northeastern Kenya, Southeastern Lowlands, and Northwestern Kenya:</a:t>
            </a:r>
            <a:r>
              <a:rPr lang="en-GB" sz="1300" dirty="0">
                <a:latin typeface="Calibri"/>
                <a:ea typeface="Calibri"/>
                <a:cs typeface="Calibri"/>
                <a:sym typeface="Calibri"/>
              </a:rPr>
              <a:t> These regions are largely dry in week 1, with </a:t>
            </a:r>
            <a:r>
              <a:rPr lang="en-GB" sz="1300" dirty="0" err="1">
                <a:latin typeface="Calibri"/>
                <a:ea typeface="Calibri"/>
                <a:cs typeface="Calibri"/>
                <a:sym typeface="Calibri"/>
              </a:rPr>
              <a:t>raw_precip</a:t>
            </a:r>
            <a:r>
              <a:rPr lang="en-GB" sz="1300" dirty="0">
                <a:latin typeface="Calibri"/>
                <a:ea typeface="Calibri"/>
                <a:cs typeface="Calibri"/>
                <a:sym typeface="Calibri"/>
              </a:rPr>
              <a:t> values ranging from 0.8mm in the northwest to 5.9mm in the western highlands. This dry signal generally persists into week 2, though Southeastern Lowlands shows a slight increase to 6.5mm, and Northeastern Kenya moves toward 3.8mm. By week 3, the dry signal begins to ease across most of these zones, with western areas seeing </a:t>
            </a:r>
            <a:r>
              <a:rPr lang="en-GB" sz="1300" dirty="0" err="1">
                <a:latin typeface="Calibri"/>
                <a:ea typeface="Calibri"/>
                <a:cs typeface="Calibri"/>
                <a:sym typeface="Calibri"/>
              </a:rPr>
              <a:t>raw_precip</a:t>
            </a:r>
            <a:r>
              <a:rPr lang="en-GB" sz="1300" dirty="0">
                <a:latin typeface="Calibri"/>
                <a:ea typeface="Calibri"/>
                <a:cs typeface="Calibri"/>
                <a:sym typeface="Calibri"/>
              </a:rPr>
              <a:t> rise to between 2.0mm and 12.1mm by the end of week 4.</a:t>
            </a:r>
            <a:endParaRPr lang="en-GB" dirty="0"/>
          </a:p>
        </p:txBody>
      </p:sp>
      <p:pic>
        <p:nvPicPr>
          <p:cNvPr id="6" name="GEFS_raw_plot">
            <a:extLst>
              <a:ext uri="{FF2B5EF4-FFF2-40B4-BE49-F238E27FC236}">
                <a16:creationId xmlns:a16="http://schemas.microsoft.com/office/drawing/2014/main" id="{2BBD2637-3D19-3BA6-AE17-3CDF1A5FA88A}"/>
              </a:ext>
            </a:extLst>
          </p:cNvPr>
          <p:cNvPicPr preferRelativeResize="0"/>
          <p:nvPr/>
        </p:nvPicPr>
        <p:blipFill>
          <a:blip r:embed="rId5">
            <a:alphaModFix/>
          </a:blip>
          <a:srcRect/>
          <a:stretch/>
        </p:blipFill>
        <p:spPr>
          <a:xfrm>
            <a:off x="5200167" y="1289214"/>
            <a:ext cx="6844475" cy="428110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g3f876f4b115_0_374"/>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Weekly precipitation: ECMWF Downscaled</a:t>
            </a:r>
            <a:endParaRPr/>
          </a:p>
        </p:txBody>
      </p:sp>
      <p:sp>
        <p:nvSpPr>
          <p:cNvPr id="442" name="Google Shape;442;g3f876f4b115_0_374"/>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32</a:t>
            </a:fld>
            <a:endParaRPr/>
          </a:p>
        </p:txBody>
      </p:sp>
      <p:sp>
        <p:nvSpPr>
          <p:cNvPr id="443" name="Google Shape;443;g3f876f4b115_0_374"/>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444" name="ECMWF_dwn_text"/>
          <p:cNvSpPr txBox="1">
            <a:spLocks noGrp="1"/>
          </p:cNvSpPr>
          <p:nvPr>
            <p:ph type="body" idx="1"/>
          </p:nvPr>
        </p:nvSpPr>
        <p:spPr>
          <a:xfrm>
            <a:off x="593425" y="1165950"/>
            <a:ext cx="4389600" cy="5027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300"/>
              <a:buNone/>
            </a:pPr>
            <a:r>
              <a:rPr lang="en-US" sz="1300" b="1" dirty="0">
                <a:latin typeface="Calibri"/>
                <a:ea typeface="Calibri"/>
                <a:cs typeface="Calibri"/>
                <a:sym typeface="Calibri"/>
              </a:rPr>
              <a:t>Coast:</a:t>
            </a:r>
            <a:r>
              <a:rPr lang="en-US" sz="1300" dirty="0">
                <a:latin typeface="Calibri"/>
                <a:ea typeface="Calibri"/>
                <a:cs typeface="Calibri"/>
                <a:sym typeface="Calibri"/>
              </a:rPr>
              <a:t> The downscaled product is the wettest of all sources, showing </a:t>
            </a:r>
            <a:r>
              <a:rPr lang="en-US" sz="1300" dirty="0" err="1">
                <a:latin typeface="Calibri"/>
                <a:ea typeface="Calibri"/>
                <a:cs typeface="Calibri"/>
                <a:sym typeface="Calibri"/>
              </a:rPr>
              <a:t>raw_precip</a:t>
            </a:r>
            <a:r>
              <a:rPr lang="en-US" sz="1300" dirty="0">
                <a:latin typeface="Calibri"/>
                <a:ea typeface="Calibri"/>
                <a:cs typeface="Calibri"/>
                <a:sym typeface="Calibri"/>
              </a:rPr>
              <a:t> of 15.1mm in week 1 and 20.9mm in week 2, which is higher than both the ECMWF S2S and GEFS values.</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Highlands West of the Rift Valley and Rift Valley and Lake Victoria Basin:</a:t>
            </a:r>
            <a:r>
              <a:rPr lang="en-US" sz="1300" dirty="0">
                <a:latin typeface="Calibri"/>
                <a:ea typeface="Calibri"/>
                <a:cs typeface="Calibri"/>
                <a:sym typeface="Calibri"/>
              </a:rPr>
              <a:t> Downscaling significantly diverges from both raw models, showing much higher rainfall potential starting as early as week 1 (12.6mm and 7.5mm), suggesting that local topographic influences may be currently underestimated by the primary ensemble models.</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Highlands East of the Rift Valley, Northeastern Kenya, Southeastern Lowlands, and Northwestern Kenya:</a:t>
            </a:r>
            <a:r>
              <a:rPr lang="en-US" sz="1300" dirty="0">
                <a:latin typeface="Calibri"/>
                <a:ea typeface="Calibri"/>
                <a:cs typeface="Calibri"/>
                <a:sym typeface="Calibri"/>
              </a:rPr>
              <a:t> Downscaled values are generally conservative in weeks 1 and 2, aligning well with the dry consensus of the ECMWF and GEFS, but show a sharper rise in moisture by week 4 compared to the raw ensemble outputs.</a:t>
            </a:r>
            <a:endParaRPr sz="1800" dirty="0"/>
          </a:p>
          <a:p>
            <a:pPr marL="0" lvl="0" indent="0" algn="l" rtl="0">
              <a:lnSpc>
                <a:spcPct val="90000"/>
              </a:lnSpc>
              <a:spcBef>
                <a:spcPts val="1800"/>
              </a:spcBef>
              <a:spcAft>
                <a:spcPts val="0"/>
              </a:spcAft>
              <a:buClr>
                <a:schemeClr val="dk1"/>
              </a:buClr>
              <a:buSzPts val="1300"/>
              <a:buNone/>
            </a:pPr>
            <a:endParaRPr sz="1300" b="1" dirty="0">
              <a:solidFill>
                <a:srgbClr val="000000"/>
              </a:solidFill>
              <a:latin typeface="Calibri"/>
              <a:ea typeface="Calibri"/>
              <a:cs typeface="Calibri"/>
              <a:sym typeface="Calibri"/>
            </a:endParaRPr>
          </a:p>
        </p:txBody>
      </p:sp>
      <p:pic>
        <p:nvPicPr>
          <p:cNvPr id="445" name="Google Shape;445;g3f876f4b115_0_374" descr="gklogo"/>
          <p:cNvPicPr preferRelativeResize="0"/>
          <p:nvPr/>
        </p:nvPicPr>
        <p:blipFill rotWithShape="1">
          <a:blip r:embed="rId3">
            <a:alphaModFix/>
          </a:blip>
          <a:srcRect/>
          <a:stretch/>
        </p:blipFill>
        <p:spPr>
          <a:xfrm>
            <a:off x="11238623" y="107275"/>
            <a:ext cx="806040" cy="739440"/>
          </a:xfrm>
          <a:prstGeom prst="rect">
            <a:avLst/>
          </a:prstGeom>
          <a:noFill/>
          <a:ln>
            <a:noFill/>
          </a:ln>
        </p:spPr>
      </p:pic>
      <p:pic>
        <p:nvPicPr>
          <p:cNvPr id="446" name="Google Shape;446;g3f876f4b115_0_374" descr="C:\Documents and Settings\Administrator\Desktop\3dflags_ken0001-0003a.gif"/>
          <p:cNvPicPr preferRelativeResize="0"/>
          <p:nvPr/>
        </p:nvPicPr>
        <p:blipFill rotWithShape="1">
          <a:blip r:embed="rId4">
            <a:alphaModFix/>
          </a:blip>
          <a:srcRect/>
          <a:stretch/>
        </p:blipFill>
        <p:spPr>
          <a:xfrm>
            <a:off x="147338" y="101700"/>
            <a:ext cx="1002960" cy="750600"/>
          </a:xfrm>
          <a:prstGeom prst="rect">
            <a:avLst/>
          </a:prstGeom>
          <a:noFill/>
          <a:ln>
            <a:noFill/>
          </a:ln>
        </p:spPr>
      </p:pic>
      <p:pic>
        <p:nvPicPr>
          <p:cNvPr id="447" name="ECMWF_dwn_plot"/>
          <p:cNvPicPr preferRelativeResize="0"/>
          <p:nvPr/>
        </p:nvPicPr>
        <p:blipFill>
          <a:blip r:embed="rId5">
            <a:alphaModFix/>
          </a:blip>
          <a:srcRect/>
          <a:stretch/>
        </p:blipFill>
        <p:spPr>
          <a:xfrm>
            <a:off x="4983025" y="1175244"/>
            <a:ext cx="7208975" cy="455168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g3f880911230_1_882"/>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dirty="0"/>
              <a:t>Likelihood of being above/below normal ECMWF</a:t>
            </a:r>
            <a:endParaRPr dirty="0"/>
          </a:p>
        </p:txBody>
      </p:sp>
      <p:sp>
        <p:nvSpPr>
          <p:cNvPr id="454" name="Google Shape;454;g3f880911230_1_882"/>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33</a:t>
            </a:fld>
            <a:endParaRPr/>
          </a:p>
        </p:txBody>
      </p:sp>
      <p:sp>
        <p:nvSpPr>
          <p:cNvPr id="455" name="Google Shape;455;g3f880911230_1_882"/>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456" name="ECMWF_tercile_text"/>
          <p:cNvSpPr txBox="1">
            <a:spLocks noGrp="1"/>
          </p:cNvSpPr>
          <p:nvPr>
            <p:ph type="body" idx="1"/>
          </p:nvPr>
        </p:nvSpPr>
        <p:spPr>
          <a:xfrm>
            <a:off x="593425" y="1165950"/>
            <a:ext cx="4383077" cy="5027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300"/>
              <a:buNone/>
            </a:pPr>
            <a:r>
              <a:rPr lang="en-US" sz="1300" b="1" dirty="0">
                <a:latin typeface="Calibri"/>
                <a:ea typeface="Calibri"/>
                <a:cs typeface="Calibri"/>
                <a:sym typeface="Calibri"/>
              </a:rPr>
              <a:t>Northwestern Kenya, Highlands West of the Rift Valley, and Rift Valley and Lake Victoria Basin:</a:t>
            </a:r>
            <a:r>
              <a:rPr lang="en-US" sz="1300" dirty="0">
                <a:latin typeface="Calibri"/>
                <a:ea typeface="Calibri"/>
                <a:cs typeface="Calibri"/>
                <a:sym typeface="Calibri"/>
              </a:rPr>
              <a:t> A persistent dry tercile signal dominates, with p33 values at 94% to 95% in week 1, maintaining high values through week 2 (95% to 96%) and gradually easing into week 3 (76% to 85%).</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Highlands East of the Rift Valley, Northeastern Kenya, and Southeastern Lowlands:</a:t>
            </a:r>
            <a:r>
              <a:rPr lang="en-US" sz="1300" dirty="0">
                <a:latin typeface="Calibri"/>
                <a:ea typeface="Calibri"/>
                <a:cs typeface="Calibri"/>
                <a:sym typeface="Calibri"/>
              </a:rPr>
              <a:t> These regions show a split signal in week 1, with Northeastern Kenya leaning dry (p33=57%) while the others show more uncertainty; by week 2, Southeastern Lowlands shifts to a wet signal (p66=56%).</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Coast:</a:t>
            </a:r>
            <a:r>
              <a:rPr lang="en-US" sz="1300" dirty="0">
                <a:latin typeface="Calibri"/>
                <a:ea typeface="Calibri"/>
                <a:cs typeface="Calibri"/>
                <a:sym typeface="Calibri"/>
              </a:rPr>
              <a:t> A strong wet signal is present throughout, with p66 values of 69% in week 1 and 75% in week 2, easing slightly but remaining above normal in week 3 (p66=50%) and week 4 (p66=58%).</a:t>
            </a:r>
            <a:endParaRPr sz="1300" b="1" dirty="0">
              <a:latin typeface="Calibri"/>
              <a:ea typeface="Calibri"/>
              <a:cs typeface="Calibri"/>
              <a:sym typeface="Calibri"/>
            </a:endParaRPr>
          </a:p>
        </p:txBody>
      </p:sp>
      <p:pic>
        <p:nvPicPr>
          <p:cNvPr id="457" name="ECMWF_tercile_plot" title="chance_of_above_or_below.png"/>
          <p:cNvPicPr preferRelativeResize="0"/>
          <p:nvPr/>
        </p:nvPicPr>
        <p:blipFill rotWithShape="1">
          <a:blip r:embed="rId3">
            <a:alphaModFix/>
          </a:blip>
          <a:srcRect r="-1709"/>
          <a:stretch/>
        </p:blipFill>
        <p:spPr>
          <a:xfrm>
            <a:off x="5238825" y="1625050"/>
            <a:ext cx="6820201" cy="4179325"/>
          </a:xfrm>
          <a:prstGeom prst="rect">
            <a:avLst/>
          </a:prstGeom>
          <a:noFill/>
          <a:ln>
            <a:noFill/>
          </a:ln>
        </p:spPr>
      </p:pic>
      <p:pic>
        <p:nvPicPr>
          <p:cNvPr id="458" name="Google Shape;458;g3f880911230_1_882"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459" name="Google Shape;459;g3f880911230_1_882"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g3f8b8008664_0_134"/>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dirty="0"/>
              <a:t>Likelihood of being above/below normal ECMWF</a:t>
            </a:r>
            <a:endParaRPr dirty="0"/>
          </a:p>
        </p:txBody>
      </p:sp>
      <p:sp>
        <p:nvSpPr>
          <p:cNvPr id="466" name="Google Shape;466;g3f8b8008664_0_134"/>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34</a:t>
            </a:fld>
            <a:endParaRPr/>
          </a:p>
        </p:txBody>
      </p:sp>
      <p:sp>
        <p:nvSpPr>
          <p:cNvPr id="467" name="Google Shape;467;g3f8b8008664_0_134"/>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pic>
        <p:nvPicPr>
          <p:cNvPr id="468" name="Google Shape;468;g3f8b8008664_0_134" descr="gklogo"/>
          <p:cNvPicPr preferRelativeResize="0"/>
          <p:nvPr/>
        </p:nvPicPr>
        <p:blipFill rotWithShape="1">
          <a:blip r:embed="rId3">
            <a:alphaModFix/>
          </a:blip>
          <a:srcRect/>
          <a:stretch/>
        </p:blipFill>
        <p:spPr>
          <a:xfrm>
            <a:off x="11238623" y="107275"/>
            <a:ext cx="806040" cy="739440"/>
          </a:xfrm>
          <a:prstGeom prst="rect">
            <a:avLst/>
          </a:prstGeom>
          <a:noFill/>
          <a:ln>
            <a:noFill/>
          </a:ln>
        </p:spPr>
      </p:pic>
      <p:pic>
        <p:nvPicPr>
          <p:cNvPr id="469" name="Google Shape;469;g3f8b8008664_0_134" descr="C:\Documents and Settings\Administrator\Desktop\3dflags_ken0001-0003a.gif"/>
          <p:cNvPicPr preferRelativeResize="0"/>
          <p:nvPr/>
        </p:nvPicPr>
        <p:blipFill rotWithShape="1">
          <a:blip r:embed="rId4">
            <a:alphaModFix/>
          </a:blip>
          <a:srcRect/>
          <a:stretch/>
        </p:blipFill>
        <p:spPr>
          <a:xfrm>
            <a:off x="147338" y="101700"/>
            <a:ext cx="1002960" cy="750600"/>
          </a:xfrm>
          <a:prstGeom prst="rect">
            <a:avLst/>
          </a:prstGeom>
          <a:noFill/>
          <a:ln>
            <a:noFill/>
          </a:ln>
        </p:spPr>
      </p:pic>
      <p:pic>
        <p:nvPicPr>
          <p:cNvPr id="470" name="ECMWF_tercile_plot_EA"/>
          <p:cNvPicPr preferRelativeResize="0"/>
          <p:nvPr/>
        </p:nvPicPr>
        <p:blipFill>
          <a:blip r:embed="rId5">
            <a:alphaModFix/>
          </a:blip>
          <a:stretch>
            <a:fillRect/>
          </a:stretch>
        </p:blipFill>
        <p:spPr>
          <a:xfrm>
            <a:off x="693525" y="1051849"/>
            <a:ext cx="10970399" cy="520665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g3f880911230_1_902"/>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dirty="0"/>
              <a:t>Extreme forecast index ECMWF</a:t>
            </a:r>
            <a:endParaRPr dirty="0"/>
          </a:p>
        </p:txBody>
      </p:sp>
      <p:sp>
        <p:nvSpPr>
          <p:cNvPr id="477" name="Google Shape;477;g3f880911230_1_902"/>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35</a:t>
            </a:fld>
            <a:endParaRPr/>
          </a:p>
        </p:txBody>
      </p:sp>
      <p:sp>
        <p:nvSpPr>
          <p:cNvPr id="478" name="Google Shape;478;g3f880911230_1_902"/>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479" name="ECMWF_efi_text"/>
          <p:cNvSpPr txBox="1">
            <a:spLocks noGrp="1"/>
          </p:cNvSpPr>
          <p:nvPr>
            <p:ph type="body" idx="1"/>
          </p:nvPr>
        </p:nvSpPr>
        <p:spPr>
          <a:xfrm>
            <a:off x="593425" y="1165950"/>
            <a:ext cx="4049252" cy="5027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300"/>
              <a:buNone/>
            </a:pPr>
            <a:r>
              <a:rPr lang="en-US" sz="1300" b="1" dirty="0">
                <a:latin typeface="Calibri"/>
                <a:ea typeface="Calibri"/>
                <a:cs typeface="Calibri"/>
                <a:sym typeface="Calibri"/>
              </a:rPr>
              <a:t>Coast:</a:t>
            </a:r>
            <a:r>
              <a:rPr lang="en-US" sz="1300" dirty="0">
                <a:latin typeface="Calibri"/>
                <a:ea typeface="Calibri"/>
                <a:cs typeface="Calibri"/>
                <a:sym typeface="Calibri"/>
              </a:rPr>
              <a:t> This region shows a notable extreme event risk, with 50% of grid cells exceeding EFI 0.5 in week 1 and 25% in week 2, with a </a:t>
            </a:r>
            <a:r>
              <a:rPr lang="en-US" sz="1300" dirty="0" err="1">
                <a:latin typeface="Calibri"/>
                <a:ea typeface="Calibri"/>
                <a:cs typeface="Calibri"/>
                <a:sym typeface="Calibri"/>
              </a:rPr>
              <a:t>max_EFI</a:t>
            </a:r>
            <a:r>
              <a:rPr lang="en-US" sz="1300" dirty="0">
                <a:latin typeface="Calibri"/>
                <a:ea typeface="Calibri"/>
                <a:cs typeface="Calibri"/>
                <a:sym typeface="Calibri"/>
              </a:rPr>
              <a:t> of 0.53 and 0.59 respectively.</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Northeastern Kenya:</a:t>
            </a:r>
            <a:r>
              <a:rPr lang="en-US" sz="1300" dirty="0">
                <a:latin typeface="Calibri"/>
                <a:ea typeface="Calibri"/>
                <a:cs typeface="Calibri"/>
                <a:sym typeface="Calibri"/>
              </a:rPr>
              <a:t> An isolated extreme signal appears in week 2, where 15% of grid cells exceed EFI 0.5 with a </a:t>
            </a:r>
            <a:r>
              <a:rPr lang="en-US" sz="1300" dirty="0" err="1">
                <a:latin typeface="Calibri"/>
                <a:ea typeface="Calibri"/>
                <a:cs typeface="Calibri"/>
                <a:sym typeface="Calibri"/>
              </a:rPr>
              <a:t>max_EFI</a:t>
            </a:r>
            <a:r>
              <a:rPr lang="en-US" sz="1300" dirty="0">
                <a:latin typeface="Calibri"/>
                <a:ea typeface="Calibri"/>
                <a:cs typeface="Calibri"/>
                <a:sym typeface="Calibri"/>
              </a:rPr>
              <a:t> of 0.55, indicating a short-lived potential for unusual rainfall.</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Highlands West of the Rift Valley, Rift Valley and Lake Victoria Basin, Highlands East of the Rift Valley, Southeastern Lowlands, and Northwestern Kenya:</a:t>
            </a:r>
            <a:r>
              <a:rPr lang="en-US" sz="1300" dirty="0">
                <a:latin typeface="Calibri"/>
                <a:ea typeface="Calibri"/>
                <a:cs typeface="Calibri"/>
                <a:sym typeface="Calibri"/>
              </a:rPr>
              <a:t> No unusual EFI signals are detected, with most regions showing negative EFI values in the west, indicating anomalously dry conditions rather than extreme events.</a:t>
            </a:r>
            <a:endParaRPr sz="1800" dirty="0"/>
          </a:p>
          <a:p>
            <a:pPr marL="0" lvl="0" indent="0" algn="l" rtl="0">
              <a:lnSpc>
                <a:spcPct val="90000"/>
              </a:lnSpc>
              <a:spcBef>
                <a:spcPts val="1800"/>
              </a:spcBef>
              <a:spcAft>
                <a:spcPts val="0"/>
              </a:spcAft>
              <a:buClr>
                <a:schemeClr val="dk1"/>
              </a:buClr>
              <a:buSzPts val="1300"/>
              <a:buNone/>
            </a:pPr>
            <a:endParaRPr sz="1300" b="1" dirty="0">
              <a:latin typeface="Calibri"/>
              <a:ea typeface="Calibri"/>
              <a:cs typeface="Calibri"/>
              <a:sym typeface="Calibri"/>
            </a:endParaRPr>
          </a:p>
        </p:txBody>
      </p:sp>
      <p:pic>
        <p:nvPicPr>
          <p:cNvPr id="480" name="ECMWF_efi_plot" title="efi_sot_precip.png"/>
          <p:cNvPicPr preferRelativeResize="0"/>
          <p:nvPr/>
        </p:nvPicPr>
        <p:blipFill rotWithShape="1">
          <a:blip r:embed="rId3">
            <a:alphaModFix/>
          </a:blip>
          <a:srcRect/>
          <a:stretch/>
        </p:blipFill>
        <p:spPr>
          <a:xfrm>
            <a:off x="4905000" y="1656700"/>
            <a:ext cx="6994073" cy="4449651"/>
          </a:xfrm>
          <a:prstGeom prst="rect">
            <a:avLst/>
          </a:prstGeom>
          <a:noFill/>
          <a:ln>
            <a:noFill/>
          </a:ln>
        </p:spPr>
      </p:pic>
      <p:pic>
        <p:nvPicPr>
          <p:cNvPr id="481" name="Google Shape;481;g3f880911230_1_902"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482" name="Google Shape;482;g3f880911230_1_902"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g3f880911230_1_914"/>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Chance of being above median ECMWF</a:t>
            </a:r>
            <a:endParaRPr/>
          </a:p>
        </p:txBody>
      </p:sp>
      <p:sp>
        <p:nvSpPr>
          <p:cNvPr id="489" name="Google Shape;489;g3f880911230_1_914"/>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36</a:t>
            </a:fld>
            <a:endParaRPr/>
          </a:p>
        </p:txBody>
      </p:sp>
      <p:sp>
        <p:nvSpPr>
          <p:cNvPr id="490" name="Google Shape;490;g3f880911230_1_914"/>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491" name="ECMWF_p50_text"/>
          <p:cNvSpPr txBox="1">
            <a:spLocks noGrp="1"/>
          </p:cNvSpPr>
          <p:nvPr>
            <p:ph type="body" idx="1"/>
          </p:nvPr>
        </p:nvSpPr>
        <p:spPr>
          <a:xfrm>
            <a:off x="593425" y="1165950"/>
            <a:ext cx="4148602" cy="5027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300"/>
              <a:buNone/>
            </a:pPr>
            <a:r>
              <a:rPr lang="en-US" sz="1300" b="1" dirty="0">
                <a:latin typeface="Calibri"/>
                <a:ea typeface="Calibri"/>
                <a:cs typeface="Calibri"/>
                <a:sym typeface="Calibri"/>
              </a:rPr>
              <a:t>Northwestern Kenya, Highlands West of the Rift Valley, and Rift Valley and Lake Victoria Basin:</a:t>
            </a:r>
            <a:r>
              <a:rPr lang="en-US" sz="1300" dirty="0">
                <a:latin typeface="Calibri"/>
                <a:ea typeface="Calibri"/>
                <a:cs typeface="Calibri"/>
                <a:sym typeface="Calibri"/>
              </a:rPr>
              <a:t> All three regions show very low probabilities of exceeding the median in week 1 (p50=1%, 2%, and 8% respectively), confirming a strong consensus for below-normal rainfall.</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Highlands East of the Rift Valley, Northeastern Kenya, Southeastern Lowlands, and Coast:</a:t>
            </a:r>
            <a:r>
              <a:rPr lang="en-US" sz="1300" dirty="0">
                <a:latin typeface="Calibri"/>
                <a:ea typeface="Calibri"/>
                <a:cs typeface="Calibri"/>
                <a:sym typeface="Calibri"/>
              </a:rPr>
              <a:t> These regions show varying signals, with the Coast standing out with a high probability of exceeding the median in week 1 (p50=83%) and week 2 (p50=85%), while the others show a shift toward higher probabilities by week 2.</a:t>
            </a:r>
            <a:endParaRPr sz="1800" dirty="0"/>
          </a:p>
          <a:p>
            <a:pPr marL="0" lvl="0" indent="0" algn="l" rtl="0">
              <a:lnSpc>
                <a:spcPct val="90000"/>
              </a:lnSpc>
              <a:spcBef>
                <a:spcPts val="1800"/>
              </a:spcBef>
              <a:spcAft>
                <a:spcPts val="0"/>
              </a:spcAft>
              <a:buClr>
                <a:schemeClr val="dk1"/>
              </a:buClr>
              <a:buSzPts val="1300"/>
              <a:buNone/>
            </a:pPr>
            <a:endParaRPr sz="1300" b="1" dirty="0">
              <a:latin typeface="Calibri"/>
              <a:ea typeface="Calibri"/>
              <a:cs typeface="Calibri"/>
              <a:sym typeface="Calibri"/>
            </a:endParaRPr>
          </a:p>
        </p:txBody>
      </p:sp>
      <p:pic>
        <p:nvPicPr>
          <p:cNvPr id="492" name="ECMWF_p50_plot" title="50th_percentile_exedance.png"/>
          <p:cNvPicPr preferRelativeResize="0"/>
          <p:nvPr/>
        </p:nvPicPr>
        <p:blipFill rotWithShape="1">
          <a:blip r:embed="rId3">
            <a:alphaModFix/>
          </a:blip>
          <a:srcRect/>
          <a:stretch/>
        </p:blipFill>
        <p:spPr>
          <a:xfrm>
            <a:off x="5004350" y="1585775"/>
            <a:ext cx="7187649" cy="4474100"/>
          </a:xfrm>
          <a:prstGeom prst="rect">
            <a:avLst/>
          </a:prstGeom>
          <a:noFill/>
          <a:ln>
            <a:noFill/>
          </a:ln>
        </p:spPr>
      </p:pic>
      <p:pic>
        <p:nvPicPr>
          <p:cNvPr id="493" name="Google Shape;493;g3f880911230_1_914"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494" name="Google Shape;494;g3f880911230_1_914"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3f880911230_1_926"/>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Anomaly from median ECMWF</a:t>
            </a:r>
            <a:endParaRPr/>
          </a:p>
        </p:txBody>
      </p:sp>
      <p:sp>
        <p:nvSpPr>
          <p:cNvPr id="501" name="Google Shape;501;g3f880911230_1_926"/>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37</a:t>
            </a:fld>
            <a:endParaRPr/>
          </a:p>
        </p:txBody>
      </p:sp>
      <p:sp>
        <p:nvSpPr>
          <p:cNvPr id="502" name="Google Shape;502;g3f880911230_1_926"/>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503" name="ECMWF_p50anom_text"/>
          <p:cNvSpPr txBox="1">
            <a:spLocks noGrp="1"/>
          </p:cNvSpPr>
          <p:nvPr>
            <p:ph type="body" idx="1"/>
          </p:nvPr>
        </p:nvSpPr>
        <p:spPr>
          <a:xfrm>
            <a:off x="593425" y="1165950"/>
            <a:ext cx="4159550" cy="5027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300"/>
              <a:buNone/>
            </a:pPr>
            <a:r>
              <a:rPr lang="en-US" sz="1300" b="1" dirty="0">
                <a:latin typeface="Calibri"/>
                <a:ea typeface="Calibri"/>
                <a:cs typeface="Calibri"/>
                <a:sym typeface="Calibri"/>
              </a:rPr>
              <a:t>Northwestern Kenya, Highlands West of the Rift Valley, and Rift Valley and Lake Victoria Basin:</a:t>
            </a:r>
            <a:r>
              <a:rPr lang="en-US" sz="1300" dirty="0">
                <a:latin typeface="Calibri"/>
                <a:ea typeface="Calibri"/>
                <a:cs typeface="Calibri"/>
                <a:sym typeface="Calibri"/>
              </a:rPr>
              <a:t> Strong negative anomalies persist through week 2 (p50anom=-92%, -84%, -84%), with significant deficits in </a:t>
            </a:r>
            <a:r>
              <a:rPr lang="en-US" sz="1300" dirty="0" err="1">
                <a:latin typeface="Calibri"/>
                <a:ea typeface="Calibri"/>
                <a:cs typeface="Calibri"/>
                <a:sym typeface="Calibri"/>
              </a:rPr>
              <a:t>millimetres</a:t>
            </a:r>
            <a:r>
              <a:rPr lang="en-US" sz="1300" dirty="0">
                <a:latin typeface="Calibri"/>
                <a:ea typeface="Calibri"/>
                <a:cs typeface="Calibri"/>
                <a:sym typeface="Calibri"/>
              </a:rPr>
              <a:t> that only begin to recover by week 3.</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Highlands East of the Rift Valley:</a:t>
            </a:r>
            <a:r>
              <a:rPr lang="en-US" sz="1300" dirty="0">
                <a:latin typeface="Calibri"/>
                <a:ea typeface="Calibri"/>
                <a:cs typeface="Calibri"/>
                <a:sym typeface="Calibri"/>
              </a:rPr>
              <a:t> A gradual transition from dry conditions in week 1 (p50anom=-57%) to near-normal in week 2 (p50anom=-38%), followed by a move into positive anomaly territory by week 4.</a:t>
            </a:r>
            <a:endParaRPr sz="1800" dirty="0"/>
          </a:p>
          <a:p>
            <a:pPr marL="0" lvl="0" indent="0" algn="l" rtl="0">
              <a:lnSpc>
                <a:spcPct val="90000"/>
              </a:lnSpc>
              <a:spcBef>
                <a:spcPts val="1800"/>
              </a:spcBef>
              <a:spcAft>
                <a:spcPts val="0"/>
              </a:spcAft>
              <a:buClr>
                <a:schemeClr val="dk1"/>
              </a:buClr>
              <a:buSzPts val="1300"/>
              <a:buNone/>
            </a:pPr>
            <a:r>
              <a:rPr lang="en-US" sz="1300" b="1" dirty="0">
                <a:latin typeface="Calibri"/>
                <a:ea typeface="Calibri"/>
                <a:cs typeface="Calibri"/>
                <a:sym typeface="Calibri"/>
              </a:rPr>
              <a:t>Northeastern Kenya, Southeastern Lowlands, and Coast:</a:t>
            </a:r>
            <a:r>
              <a:rPr lang="en-US" sz="1300" dirty="0">
                <a:latin typeface="Calibri"/>
                <a:ea typeface="Calibri"/>
                <a:cs typeface="Calibri"/>
                <a:sym typeface="Calibri"/>
              </a:rPr>
              <a:t> These regions show a mix of anomalies, with the Coast experiencing the most significant positive anomalies (p50anom=+87%, +120%) in the first two weeks, while the other two transition from neutral or slightly dry to positive anomalies by the end of week 2.</a:t>
            </a:r>
            <a:endParaRPr sz="1800" dirty="0"/>
          </a:p>
          <a:p>
            <a:pPr marL="0" lvl="0" indent="0" algn="l" rtl="0">
              <a:lnSpc>
                <a:spcPct val="90000"/>
              </a:lnSpc>
              <a:spcBef>
                <a:spcPts val="1800"/>
              </a:spcBef>
              <a:spcAft>
                <a:spcPts val="0"/>
              </a:spcAft>
              <a:buClr>
                <a:schemeClr val="dk1"/>
              </a:buClr>
              <a:buSzPts val="1300"/>
              <a:buNone/>
            </a:pPr>
            <a:endParaRPr sz="1300" b="1" dirty="0">
              <a:latin typeface="Calibri"/>
              <a:ea typeface="Calibri"/>
              <a:cs typeface="Calibri"/>
              <a:sym typeface="Calibri"/>
            </a:endParaRPr>
          </a:p>
        </p:txBody>
      </p:sp>
      <p:pic>
        <p:nvPicPr>
          <p:cNvPr id="504" name="ECMWF_p50anom_plot" title="anomaly_from_50th.png"/>
          <p:cNvPicPr preferRelativeResize="0"/>
          <p:nvPr/>
        </p:nvPicPr>
        <p:blipFill rotWithShape="1">
          <a:blip r:embed="rId3">
            <a:alphaModFix/>
          </a:blip>
          <a:srcRect/>
          <a:stretch/>
        </p:blipFill>
        <p:spPr>
          <a:xfrm>
            <a:off x="4905000" y="1604225"/>
            <a:ext cx="7128374" cy="4437201"/>
          </a:xfrm>
          <a:prstGeom prst="rect">
            <a:avLst/>
          </a:prstGeom>
          <a:noFill/>
          <a:ln>
            <a:noFill/>
          </a:ln>
        </p:spPr>
      </p:pic>
      <p:pic>
        <p:nvPicPr>
          <p:cNvPr id="505" name="Google Shape;505;g3f880911230_1_926"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506" name="Google Shape;506;g3f880911230_1_926"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g3f876f4b115_0_44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MJO Outlook</a:t>
            </a:r>
            <a:endParaRPr/>
          </a:p>
        </p:txBody>
      </p:sp>
      <p:sp>
        <p:nvSpPr>
          <p:cNvPr id="513" name="Google Shape;513;g3f876f4b115_0_44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38</a:t>
            </a:fld>
            <a:endParaRPr/>
          </a:p>
        </p:txBody>
      </p:sp>
      <p:sp>
        <p:nvSpPr>
          <p:cNvPr id="514" name="Google Shape;514;g3f876f4b115_0_44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endParaRPr/>
          </a:p>
        </p:txBody>
      </p:sp>
      <p:pic>
        <p:nvPicPr>
          <p:cNvPr id="515" name="mjo_rmm_gefs"/>
          <p:cNvPicPr preferRelativeResize="0"/>
          <p:nvPr/>
        </p:nvPicPr>
        <p:blipFill>
          <a:blip r:embed="rId3">
            <a:alphaModFix/>
          </a:blip>
          <a:stretch>
            <a:fillRect/>
          </a:stretch>
        </p:blipFill>
        <p:spPr>
          <a:xfrm>
            <a:off x="6419909" y="1064396"/>
            <a:ext cx="5074270" cy="5074271"/>
          </a:xfrm>
          <a:prstGeom prst="rect">
            <a:avLst/>
          </a:prstGeom>
          <a:noFill/>
          <a:ln>
            <a:noFill/>
          </a:ln>
        </p:spPr>
      </p:pic>
      <p:pic>
        <p:nvPicPr>
          <p:cNvPr id="516" name="mjo_rmm_ecmwf"/>
          <p:cNvPicPr preferRelativeResize="0"/>
          <p:nvPr/>
        </p:nvPicPr>
        <p:blipFill>
          <a:blip r:embed="rId4">
            <a:alphaModFix/>
          </a:blip>
          <a:stretch>
            <a:fillRect/>
          </a:stretch>
        </p:blipFill>
        <p:spPr>
          <a:xfrm>
            <a:off x="697825" y="1072388"/>
            <a:ext cx="5077350" cy="5077350"/>
          </a:xfrm>
          <a:prstGeom prst="rect">
            <a:avLst/>
          </a:prstGeom>
          <a:noFill/>
          <a:ln>
            <a:noFill/>
          </a:ln>
        </p:spPr>
      </p:pic>
      <p:pic>
        <p:nvPicPr>
          <p:cNvPr id="517" name="Google Shape;517;g3f876f4b115_0_445" descr="gklogo"/>
          <p:cNvPicPr preferRelativeResize="0"/>
          <p:nvPr/>
        </p:nvPicPr>
        <p:blipFill rotWithShape="1">
          <a:blip r:embed="rId5">
            <a:alphaModFix/>
          </a:blip>
          <a:srcRect/>
          <a:stretch/>
        </p:blipFill>
        <p:spPr>
          <a:xfrm>
            <a:off x="11238623" y="107275"/>
            <a:ext cx="806040" cy="739440"/>
          </a:xfrm>
          <a:prstGeom prst="rect">
            <a:avLst/>
          </a:prstGeom>
          <a:noFill/>
          <a:ln>
            <a:noFill/>
          </a:ln>
        </p:spPr>
      </p:pic>
      <p:pic>
        <p:nvPicPr>
          <p:cNvPr id="518" name="Google Shape;518;g3f876f4b115_0_445" descr="C:\Documents and Settings\Administrator\Desktop\3dflags_ken0001-0003a.gif"/>
          <p:cNvPicPr preferRelativeResize="0"/>
          <p:nvPr/>
        </p:nvPicPr>
        <p:blipFill rotWithShape="1">
          <a:blip r:embed="rId6">
            <a:alphaModFix/>
          </a:blip>
          <a:srcRect/>
          <a:stretch/>
        </p:blipFill>
        <p:spPr>
          <a:xfrm>
            <a:off x="147338" y="101700"/>
            <a:ext cx="1002960" cy="750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g3f876f4b115_0_477"/>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IOD Outlook</a:t>
            </a:r>
            <a:endParaRPr/>
          </a:p>
        </p:txBody>
      </p:sp>
      <p:sp>
        <p:nvSpPr>
          <p:cNvPr id="525" name="Google Shape;525;g3f876f4b115_0_477"/>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39</a:t>
            </a:fld>
            <a:endParaRPr/>
          </a:p>
        </p:txBody>
      </p:sp>
      <p:pic>
        <p:nvPicPr>
          <p:cNvPr id="526" name="iod_forecast"/>
          <p:cNvPicPr preferRelativeResize="0"/>
          <p:nvPr/>
        </p:nvPicPr>
        <p:blipFill rotWithShape="1">
          <a:blip r:embed="rId3">
            <a:alphaModFix/>
          </a:blip>
          <a:srcRect/>
          <a:stretch/>
        </p:blipFill>
        <p:spPr>
          <a:xfrm>
            <a:off x="1699926" y="1193000"/>
            <a:ext cx="8792125" cy="5163351"/>
          </a:xfrm>
          <a:prstGeom prst="rect">
            <a:avLst/>
          </a:prstGeom>
          <a:noFill/>
          <a:ln>
            <a:noFill/>
          </a:ln>
        </p:spPr>
      </p:pic>
      <p:pic>
        <p:nvPicPr>
          <p:cNvPr id="527" name="Google Shape;527;g3f876f4b115_0_477"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528" name="Google Shape;528;g3f876f4b115_0_477"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pic>
        <p:nvPicPr>
          <p:cNvPr id="534" name="enso_forecast"/>
          <p:cNvPicPr preferRelativeResize="0"/>
          <p:nvPr/>
        </p:nvPicPr>
        <p:blipFill>
          <a:blip r:embed="rId3">
            <a:alphaModFix/>
          </a:blip>
          <a:stretch>
            <a:fillRect/>
          </a:stretch>
        </p:blipFill>
        <p:spPr>
          <a:xfrm>
            <a:off x="1697725" y="1134663"/>
            <a:ext cx="8796528" cy="5280029"/>
          </a:xfrm>
          <a:prstGeom prst="rect">
            <a:avLst/>
          </a:prstGeom>
          <a:noFill/>
          <a:ln>
            <a:noFill/>
          </a:ln>
        </p:spPr>
      </p:pic>
      <p:sp>
        <p:nvSpPr>
          <p:cNvPr id="535" name="Google Shape;535;g3f876f4b115_0_488"/>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Nino 3.4 Outlook</a:t>
            </a:r>
            <a:endParaRPr/>
          </a:p>
        </p:txBody>
      </p:sp>
      <p:sp>
        <p:nvSpPr>
          <p:cNvPr id="536" name="Google Shape;536;g3f876f4b115_0_488"/>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40</a:t>
            </a:fld>
            <a:endParaRPr/>
          </a:p>
        </p:txBody>
      </p:sp>
      <p:sp>
        <p:nvSpPr>
          <p:cNvPr id="537" name="Google Shape;537;g3f876f4b115_0_488"/>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endParaRPr/>
          </a:p>
        </p:txBody>
      </p:sp>
      <p:pic>
        <p:nvPicPr>
          <p:cNvPr id="538" name="Google Shape;538;g3f876f4b115_0_488"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539" name="Google Shape;539;g3f876f4b115_0_488"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g3f880911230_3_38"/>
          <p:cNvSpPr txBox="1">
            <a:spLocks noGrp="1"/>
          </p:cNvSpPr>
          <p:nvPr>
            <p:ph type="title"/>
          </p:nvPr>
        </p:nvSpPr>
        <p:spPr>
          <a:xfrm>
            <a:off x="403761" y="2695700"/>
            <a:ext cx="11412300" cy="895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Agrometeorological Indicators</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g3f880911230_3_54"/>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dirty="0"/>
              <a:t>Probability of ICPAC Onset</a:t>
            </a:r>
            <a:endParaRPr dirty="0"/>
          </a:p>
        </p:txBody>
      </p:sp>
      <p:sp>
        <p:nvSpPr>
          <p:cNvPr id="552" name="Google Shape;552;g3f880911230_3_54"/>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42</a:t>
            </a:fld>
            <a:endParaRPr/>
          </a:p>
        </p:txBody>
      </p:sp>
      <p:sp>
        <p:nvSpPr>
          <p:cNvPr id="553" name="Google Shape;553;g3f880911230_3_54"/>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dirty="0"/>
              <a:t>Source ECMWF extended range</a:t>
            </a:r>
            <a:endParaRPr dirty="0"/>
          </a:p>
          <a:p>
            <a:pPr marL="0" lvl="0" indent="0" algn="ctr" rtl="0">
              <a:spcBef>
                <a:spcPts val="360"/>
              </a:spcBef>
              <a:spcAft>
                <a:spcPts val="0"/>
              </a:spcAft>
              <a:buNone/>
            </a:pPr>
            <a:endParaRPr dirty="0"/>
          </a:p>
        </p:txBody>
      </p:sp>
      <p:sp>
        <p:nvSpPr>
          <p:cNvPr id="554" name="Google Shape;554;g3f880911230_3_54"/>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100"/>
          </a:p>
        </p:txBody>
      </p:sp>
      <p:pic>
        <p:nvPicPr>
          <p:cNvPr id="555" name="Onset_ECMWF"/>
          <p:cNvPicPr preferRelativeResize="0"/>
          <p:nvPr/>
        </p:nvPicPr>
        <p:blipFill>
          <a:blip r:embed="rId3">
            <a:alphaModFix/>
          </a:blip>
          <a:stretch>
            <a:fillRect/>
          </a:stretch>
        </p:blipFill>
        <p:spPr>
          <a:xfrm>
            <a:off x="3073235" y="1697950"/>
            <a:ext cx="4806990" cy="4729751"/>
          </a:xfrm>
          <a:prstGeom prst="rect">
            <a:avLst/>
          </a:prstGeom>
          <a:noFill/>
          <a:ln>
            <a:noFill/>
          </a:ln>
        </p:spPr>
      </p:pic>
      <p:pic>
        <p:nvPicPr>
          <p:cNvPr id="556" name="Onset_GEFS"/>
          <p:cNvPicPr preferRelativeResize="0"/>
          <p:nvPr/>
        </p:nvPicPr>
        <p:blipFill>
          <a:blip r:embed="rId4">
            <a:alphaModFix/>
          </a:blip>
          <a:stretch>
            <a:fillRect/>
          </a:stretch>
        </p:blipFill>
        <p:spPr>
          <a:xfrm>
            <a:off x="7718474" y="1697950"/>
            <a:ext cx="4599326" cy="4729751"/>
          </a:xfrm>
          <a:prstGeom prst="rect">
            <a:avLst/>
          </a:prstGeom>
          <a:noFill/>
          <a:ln>
            <a:noFill/>
          </a:ln>
        </p:spPr>
      </p:pic>
      <p:sp>
        <p:nvSpPr>
          <p:cNvPr id="557" name="Google Shape;557;g3f880911230_3_54"/>
          <p:cNvSpPr txBox="1"/>
          <p:nvPr/>
        </p:nvSpPr>
        <p:spPr>
          <a:xfrm>
            <a:off x="161700" y="1810600"/>
            <a:ext cx="3141900" cy="416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00"/>
              </a:spcBef>
              <a:spcAft>
                <a:spcPts val="0"/>
              </a:spcAft>
              <a:buNone/>
            </a:pPr>
            <a:r>
              <a:rPr lang="en-US">
                <a:solidFill>
                  <a:schemeClr val="dk1"/>
                </a:solidFill>
                <a:latin typeface="Roboto"/>
                <a:ea typeface="Roboto"/>
                <a:cs typeface="Roboto"/>
                <a:sym typeface="Roboto"/>
              </a:rPr>
              <a:t>Maps show the forecasted mean </a:t>
            </a:r>
            <a:r>
              <a:rPr lang="en-US" b="1">
                <a:solidFill>
                  <a:schemeClr val="dk1"/>
                </a:solidFill>
                <a:latin typeface="Roboto"/>
                <a:ea typeface="Roboto"/>
                <a:cs typeface="Roboto"/>
                <a:sym typeface="Roboto"/>
              </a:rPr>
              <a:t>onset date of the rainy season</a:t>
            </a:r>
            <a:r>
              <a:rPr lang="en-US">
                <a:solidFill>
                  <a:schemeClr val="dk1"/>
                </a:solidFill>
                <a:latin typeface="Roboto"/>
                <a:ea typeface="Roboto"/>
                <a:cs typeface="Roboto"/>
                <a:sym typeface="Roboto"/>
              </a:rPr>
              <a:t>: the first 3-day wet spell with &gt;20mm total rainfall that isn't followed by a dry spell of 7+ days within the next 21 days.</a:t>
            </a:r>
            <a:endParaRPr>
              <a:solidFill>
                <a:schemeClr val="dk1"/>
              </a:solidFill>
              <a:latin typeface="Roboto"/>
              <a:ea typeface="Roboto"/>
              <a:cs typeface="Roboto"/>
              <a:sym typeface="Roboto"/>
            </a:endParaRPr>
          </a:p>
          <a:p>
            <a:pPr marL="457200" lvl="0" indent="-317500" algn="l" rtl="0">
              <a:lnSpc>
                <a:spcPct val="115000"/>
              </a:lnSpc>
              <a:spcBef>
                <a:spcPts val="1000"/>
              </a:spcBef>
              <a:spcAft>
                <a:spcPts val="0"/>
              </a:spcAft>
              <a:buClr>
                <a:schemeClr val="dk1"/>
              </a:buClr>
              <a:buSzPts val="1400"/>
              <a:buFont typeface="Roboto"/>
              <a:buChar char="●"/>
            </a:pPr>
            <a:r>
              <a:rPr lang="en-US" b="1">
                <a:solidFill>
                  <a:schemeClr val="dk1"/>
                </a:solidFill>
                <a:latin typeface="Roboto"/>
                <a:ea typeface="Roboto"/>
                <a:cs typeface="Roboto"/>
                <a:sym typeface="Roboto"/>
              </a:rPr>
              <a:t>Color</a:t>
            </a:r>
            <a:r>
              <a:rPr lang="en-US">
                <a:solidFill>
                  <a:schemeClr val="dk1"/>
                </a:solidFill>
                <a:latin typeface="Roboto"/>
                <a:ea typeface="Roboto"/>
                <a:cs typeface="Roboto"/>
                <a:sym typeface="Roboto"/>
              </a:rPr>
              <a:t> = ensemble-mean onset date</a:t>
            </a:r>
            <a:endParaRPr>
              <a:solidFill>
                <a:schemeClr val="dk1"/>
              </a:solidFill>
              <a:latin typeface="Roboto"/>
              <a:ea typeface="Roboto"/>
              <a:cs typeface="Roboto"/>
              <a:sym typeface="Roboto"/>
            </a:endParaRPr>
          </a:p>
          <a:p>
            <a:pPr marL="457200" lvl="0" indent="-317500" algn="l" rtl="0">
              <a:lnSpc>
                <a:spcPct val="115000"/>
              </a:lnSpc>
              <a:spcBef>
                <a:spcPts val="0"/>
              </a:spcBef>
              <a:spcAft>
                <a:spcPts val="0"/>
              </a:spcAft>
              <a:buClr>
                <a:schemeClr val="dk1"/>
              </a:buClr>
              <a:buSzPts val="1400"/>
              <a:buFont typeface="Roboto"/>
              <a:buChar char="●"/>
            </a:pPr>
            <a:r>
              <a:rPr lang="en-US" b="1">
                <a:solidFill>
                  <a:schemeClr val="dk1"/>
                </a:solidFill>
                <a:latin typeface="Roboto"/>
                <a:ea typeface="Roboto"/>
                <a:cs typeface="Roboto"/>
                <a:sym typeface="Roboto"/>
              </a:rPr>
              <a:t>% labels / contours</a:t>
            </a:r>
            <a:r>
              <a:rPr lang="en-US">
                <a:solidFill>
                  <a:schemeClr val="dk1"/>
                </a:solidFill>
                <a:latin typeface="Roboto"/>
                <a:ea typeface="Roboto"/>
                <a:cs typeface="Roboto"/>
                <a:sym typeface="Roboto"/>
              </a:rPr>
              <a:t> = share of ensemble members that found an onset at all within the forecast window </a:t>
            </a:r>
            <a:endParaRPr>
              <a:solidFill>
                <a:schemeClr val="dk1"/>
              </a:solidFill>
              <a:latin typeface="Roboto"/>
              <a:ea typeface="Roboto"/>
              <a:cs typeface="Roboto"/>
              <a:sym typeface="Roboto"/>
            </a:endParaRPr>
          </a:p>
          <a:p>
            <a:pPr marL="457200" lvl="0" indent="-292100" algn="l" rtl="0">
              <a:lnSpc>
                <a:spcPct val="115000"/>
              </a:lnSpc>
              <a:spcBef>
                <a:spcPts val="0"/>
              </a:spcBef>
              <a:spcAft>
                <a:spcPts val="0"/>
              </a:spcAft>
              <a:buClr>
                <a:schemeClr val="dk1"/>
              </a:buClr>
              <a:buSzPts val="1000"/>
              <a:buFont typeface="Roboto"/>
              <a:buChar char="●"/>
            </a:pPr>
            <a:r>
              <a:rPr lang="en-US" i="1">
                <a:solidFill>
                  <a:schemeClr val="dk1"/>
                </a:solidFill>
                <a:latin typeface="Roboto"/>
                <a:ea typeface="Roboto"/>
                <a:cs typeface="Roboto"/>
                <a:sym typeface="Roboto"/>
              </a:rPr>
              <a:t>Note: GEFS's shorter window means it structurally can't show onsets as late as S2S</a:t>
            </a:r>
            <a:r>
              <a:rPr lang="en-US" sz="1500">
                <a:solidFill>
                  <a:schemeClr val="dk1"/>
                </a:solidFill>
              </a:rPr>
              <a:t> </a:t>
            </a:r>
            <a:endParaRPr>
              <a:solidFill>
                <a:schemeClr val="dk1"/>
              </a:solidFill>
              <a:latin typeface="Roboto"/>
              <a:ea typeface="Roboto"/>
              <a:cs typeface="Roboto"/>
              <a:sym typeface="Roboto"/>
            </a:endParaRPr>
          </a:p>
          <a:p>
            <a:pPr marL="0" lvl="0" indent="0" algn="l" rtl="0">
              <a:lnSpc>
                <a:spcPct val="115000"/>
              </a:lnSpc>
              <a:spcBef>
                <a:spcPts val="1000"/>
              </a:spcBef>
              <a:spcAft>
                <a:spcPts val="1000"/>
              </a:spcAft>
              <a:buNone/>
            </a:pPr>
            <a:endParaRPr sz="1300">
              <a:solidFill>
                <a:schemeClr val="dk1"/>
              </a:solidFill>
              <a:latin typeface="Roboto"/>
              <a:ea typeface="Roboto"/>
              <a:cs typeface="Roboto"/>
              <a:sym typeface="Roboto"/>
            </a:endParaRPr>
          </a:p>
        </p:txBody>
      </p:sp>
      <p:pic>
        <p:nvPicPr>
          <p:cNvPr id="558" name="Google Shape;558;g3f880911230_3_54" descr="gklogo"/>
          <p:cNvPicPr preferRelativeResize="0"/>
          <p:nvPr/>
        </p:nvPicPr>
        <p:blipFill rotWithShape="1">
          <a:blip r:embed="rId5">
            <a:alphaModFix/>
          </a:blip>
          <a:srcRect/>
          <a:stretch/>
        </p:blipFill>
        <p:spPr>
          <a:xfrm>
            <a:off x="11238623" y="107275"/>
            <a:ext cx="806040" cy="739440"/>
          </a:xfrm>
          <a:prstGeom prst="rect">
            <a:avLst/>
          </a:prstGeom>
          <a:noFill/>
          <a:ln>
            <a:noFill/>
          </a:ln>
        </p:spPr>
      </p:pic>
      <p:pic>
        <p:nvPicPr>
          <p:cNvPr id="559" name="Google Shape;559;g3f880911230_3_54" descr="C:\Documents and Settings\Administrator\Desktop\3dflags_ken0001-0003a.gif"/>
          <p:cNvPicPr preferRelativeResize="0"/>
          <p:nvPr/>
        </p:nvPicPr>
        <p:blipFill rotWithShape="1">
          <a:blip r:embed="rId6">
            <a:alphaModFix/>
          </a:blip>
          <a:srcRect/>
          <a:stretch/>
        </p:blipFill>
        <p:spPr>
          <a:xfrm>
            <a:off x="147338" y="101700"/>
            <a:ext cx="1002960" cy="750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g3f880911230_3_43"/>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8"/>
                  </a:ext>
                </a:extLst>
              </a:rPr>
              <a:t>Probability of Start of Growing </a:t>
            </a:r>
            <a:r>
              <a:rPr lang="en-US">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9"/>
                  </a:ext>
                </a:extLst>
              </a:rPr>
              <a:t>Season</a:t>
            </a:r>
            <a:endParaRPr/>
          </a:p>
        </p:txBody>
      </p:sp>
      <p:sp>
        <p:nvSpPr>
          <p:cNvPr id="566" name="Google Shape;566;g3f880911230_3_43"/>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43</a:t>
            </a:fld>
            <a:endParaRPr/>
          </a:p>
        </p:txBody>
      </p:sp>
      <p:sp>
        <p:nvSpPr>
          <p:cNvPr id="567" name="Google Shape;567;g3f880911230_3_43"/>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568" name="Google Shape;568;g3f880911230_3_43"/>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100"/>
          </a:p>
        </p:txBody>
      </p:sp>
      <p:pic>
        <p:nvPicPr>
          <p:cNvPr id="569" name="Onset_GEFS_accum"/>
          <p:cNvPicPr preferRelativeResize="0"/>
          <p:nvPr/>
        </p:nvPicPr>
        <p:blipFill>
          <a:blip r:embed="rId3">
            <a:alphaModFix/>
          </a:blip>
          <a:stretch>
            <a:fillRect/>
          </a:stretch>
        </p:blipFill>
        <p:spPr>
          <a:xfrm>
            <a:off x="7590326" y="1692556"/>
            <a:ext cx="4601674" cy="4732169"/>
          </a:xfrm>
          <a:prstGeom prst="rect">
            <a:avLst/>
          </a:prstGeom>
          <a:noFill/>
          <a:ln>
            <a:noFill/>
          </a:ln>
        </p:spPr>
      </p:pic>
      <p:pic>
        <p:nvPicPr>
          <p:cNvPr id="570" name="Onset_ECMWF_accum"/>
          <p:cNvPicPr preferRelativeResize="0"/>
          <p:nvPr/>
        </p:nvPicPr>
        <p:blipFill>
          <a:blip r:embed="rId4">
            <a:alphaModFix/>
          </a:blip>
          <a:stretch>
            <a:fillRect/>
          </a:stretch>
        </p:blipFill>
        <p:spPr>
          <a:xfrm>
            <a:off x="3000000" y="1703671"/>
            <a:ext cx="4785374" cy="4651467"/>
          </a:xfrm>
          <a:prstGeom prst="rect">
            <a:avLst/>
          </a:prstGeom>
          <a:noFill/>
          <a:ln>
            <a:noFill/>
          </a:ln>
        </p:spPr>
      </p:pic>
      <p:sp>
        <p:nvSpPr>
          <p:cNvPr id="571" name="Google Shape;571;g3f880911230_3_43"/>
          <p:cNvSpPr txBox="1"/>
          <p:nvPr/>
        </p:nvSpPr>
        <p:spPr>
          <a:xfrm>
            <a:off x="161700" y="1810600"/>
            <a:ext cx="2904300" cy="44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Roboto"/>
                <a:ea typeface="Roboto"/>
                <a:cs typeface="Roboto"/>
                <a:sym typeface="Roboto"/>
              </a:rPr>
              <a:t>Maps show the forecasted </a:t>
            </a:r>
            <a:r>
              <a:rPr lang="en-US" b="1" dirty="0">
                <a:solidFill>
                  <a:schemeClr val="dk1"/>
                </a:solidFill>
                <a:latin typeface="Roboto"/>
                <a:ea typeface="Roboto"/>
                <a:cs typeface="Roboto"/>
                <a:sym typeface="Roboto"/>
              </a:rPr>
              <a:t>mean start of growing season</a:t>
            </a:r>
            <a:r>
              <a:rPr lang="en-US" dirty="0">
                <a:solidFill>
                  <a:schemeClr val="dk1"/>
                </a:solidFill>
                <a:latin typeface="Roboto"/>
                <a:ea typeface="Roboto"/>
                <a:cs typeface="Roboto"/>
                <a:sym typeface="Roboto"/>
              </a:rPr>
              <a:t>: the first day who’s following 10 days accumulate at least 20mm total rainfall, followed by the next 20 days after that accumulating more than 20mm.</a:t>
            </a:r>
            <a:endParaRPr dirty="0">
              <a:solidFill>
                <a:schemeClr val="dk1"/>
              </a:solidFill>
              <a:latin typeface="Roboto"/>
              <a:ea typeface="Roboto"/>
              <a:cs typeface="Roboto"/>
              <a:sym typeface="Roboto"/>
            </a:endParaRPr>
          </a:p>
          <a:p>
            <a:pPr marL="0" lvl="0" indent="0" algn="l" rtl="0">
              <a:spcBef>
                <a:spcPts val="0"/>
              </a:spcBef>
              <a:spcAft>
                <a:spcPts val="0"/>
              </a:spcAft>
              <a:buNone/>
            </a:pPr>
            <a:endParaRPr dirty="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n-US" dirty="0">
                <a:solidFill>
                  <a:schemeClr val="dk1"/>
                </a:solidFill>
                <a:latin typeface="Roboto"/>
                <a:ea typeface="Roboto"/>
                <a:cs typeface="Roboto"/>
                <a:sym typeface="Roboto"/>
              </a:rPr>
              <a:t>Color = ensemble-mean onset date</a:t>
            </a:r>
            <a:endParaRPr dirty="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n-US" dirty="0">
                <a:solidFill>
                  <a:schemeClr val="dk1"/>
                </a:solidFill>
                <a:latin typeface="Roboto"/>
                <a:ea typeface="Roboto"/>
                <a:cs typeface="Roboto"/>
                <a:sym typeface="Roboto"/>
              </a:rPr>
              <a:t>% labels / contours = share of ensemble members that found an onset at all within the forecast window</a:t>
            </a:r>
            <a:endParaRPr dirty="0">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n-US" i="1" dirty="0">
                <a:solidFill>
                  <a:schemeClr val="dk1"/>
                </a:solidFill>
                <a:latin typeface="Roboto"/>
                <a:ea typeface="Roboto"/>
                <a:cs typeface="Roboto"/>
                <a:sym typeface="Roboto"/>
              </a:rPr>
              <a:t>Note: GEFS's shorter window means it structurally can't show onsets as late as S2S</a:t>
            </a:r>
            <a:endParaRPr i="1" dirty="0">
              <a:solidFill>
                <a:schemeClr val="dk1"/>
              </a:solidFill>
              <a:latin typeface="Roboto"/>
              <a:ea typeface="Roboto"/>
              <a:cs typeface="Roboto"/>
              <a:sym typeface="Roboto"/>
            </a:endParaRPr>
          </a:p>
        </p:txBody>
      </p:sp>
      <p:pic>
        <p:nvPicPr>
          <p:cNvPr id="572" name="Google Shape;572;g3f880911230_3_43" descr="gklogo"/>
          <p:cNvPicPr preferRelativeResize="0"/>
          <p:nvPr/>
        </p:nvPicPr>
        <p:blipFill rotWithShape="1">
          <a:blip r:embed="rId5">
            <a:alphaModFix/>
          </a:blip>
          <a:srcRect/>
          <a:stretch/>
        </p:blipFill>
        <p:spPr>
          <a:xfrm>
            <a:off x="11238623" y="107275"/>
            <a:ext cx="806040" cy="739440"/>
          </a:xfrm>
          <a:prstGeom prst="rect">
            <a:avLst/>
          </a:prstGeom>
          <a:noFill/>
          <a:ln>
            <a:noFill/>
          </a:ln>
        </p:spPr>
      </p:pic>
      <p:pic>
        <p:nvPicPr>
          <p:cNvPr id="573" name="Google Shape;573;g3f880911230_3_43" descr="C:\Documents and Settings\Administrator\Desktop\3dflags_ken0001-0003a.gif"/>
          <p:cNvPicPr preferRelativeResize="0"/>
          <p:nvPr/>
        </p:nvPicPr>
        <p:blipFill rotWithShape="1">
          <a:blip r:embed="rId6">
            <a:alphaModFix/>
          </a:blip>
          <a:srcRect/>
          <a:stretch/>
        </p:blipFill>
        <p:spPr>
          <a:xfrm>
            <a:off x="147338" y="101700"/>
            <a:ext cx="1002960" cy="7506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g3f8b8008664_0_79"/>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Consecutive Wet (&gt;1mm) Days Probability</a:t>
            </a:r>
            <a:endParaRPr/>
          </a:p>
        </p:txBody>
      </p:sp>
      <p:sp>
        <p:nvSpPr>
          <p:cNvPr id="580" name="Google Shape;580;g3f8b8008664_0_79"/>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44</a:t>
            </a:fld>
            <a:endParaRPr/>
          </a:p>
        </p:txBody>
      </p:sp>
      <p:sp>
        <p:nvSpPr>
          <p:cNvPr id="581" name="Google Shape;581;g3f8b8008664_0_79"/>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ECMWF extended range</a:t>
            </a:r>
            <a:endParaRPr/>
          </a:p>
          <a:p>
            <a:pPr marL="0" lvl="0" indent="0" algn="ctr" rtl="0">
              <a:spcBef>
                <a:spcPts val="360"/>
              </a:spcBef>
              <a:spcAft>
                <a:spcPts val="0"/>
              </a:spcAft>
              <a:buNone/>
            </a:pPr>
            <a:endParaRPr/>
          </a:p>
        </p:txBody>
      </p:sp>
      <p:pic>
        <p:nvPicPr>
          <p:cNvPr id="582" name="wet7"/>
          <p:cNvPicPr preferRelativeResize="0"/>
          <p:nvPr/>
        </p:nvPicPr>
        <p:blipFill>
          <a:blip r:embed="rId3">
            <a:alphaModFix/>
          </a:blip>
          <a:stretch>
            <a:fillRect/>
          </a:stretch>
        </p:blipFill>
        <p:spPr>
          <a:xfrm>
            <a:off x="8206750" y="1631775"/>
            <a:ext cx="3810000" cy="4886325"/>
          </a:xfrm>
          <a:prstGeom prst="rect">
            <a:avLst/>
          </a:prstGeom>
          <a:noFill/>
          <a:ln>
            <a:noFill/>
          </a:ln>
        </p:spPr>
      </p:pic>
      <p:pic>
        <p:nvPicPr>
          <p:cNvPr id="583" name="wet5"/>
          <p:cNvPicPr preferRelativeResize="0"/>
          <p:nvPr/>
        </p:nvPicPr>
        <p:blipFill>
          <a:blip r:embed="rId4">
            <a:alphaModFix/>
          </a:blip>
          <a:stretch>
            <a:fillRect/>
          </a:stretch>
        </p:blipFill>
        <p:spPr>
          <a:xfrm>
            <a:off x="4315900" y="1631775"/>
            <a:ext cx="3810000" cy="4886325"/>
          </a:xfrm>
          <a:prstGeom prst="rect">
            <a:avLst/>
          </a:prstGeom>
          <a:noFill/>
          <a:ln>
            <a:noFill/>
          </a:ln>
        </p:spPr>
      </p:pic>
      <p:pic>
        <p:nvPicPr>
          <p:cNvPr id="584" name="median_wet"/>
          <p:cNvPicPr preferRelativeResize="0"/>
          <p:nvPr/>
        </p:nvPicPr>
        <p:blipFill>
          <a:blip r:embed="rId5">
            <a:alphaModFix/>
          </a:blip>
          <a:stretch>
            <a:fillRect/>
          </a:stretch>
        </p:blipFill>
        <p:spPr>
          <a:xfrm>
            <a:off x="409650" y="1568875"/>
            <a:ext cx="3762375" cy="4886325"/>
          </a:xfrm>
          <a:prstGeom prst="rect">
            <a:avLst/>
          </a:prstGeom>
          <a:noFill/>
          <a:ln>
            <a:noFill/>
          </a:ln>
        </p:spPr>
      </p:pic>
      <p:pic>
        <p:nvPicPr>
          <p:cNvPr id="586" name="Google Shape;586;g3f8b8008664_0_79" descr="gklogo"/>
          <p:cNvPicPr preferRelativeResize="0"/>
          <p:nvPr/>
        </p:nvPicPr>
        <p:blipFill rotWithShape="1">
          <a:blip r:embed="rId6">
            <a:alphaModFix/>
          </a:blip>
          <a:srcRect/>
          <a:stretch/>
        </p:blipFill>
        <p:spPr>
          <a:xfrm>
            <a:off x="11238623" y="107275"/>
            <a:ext cx="806040" cy="739440"/>
          </a:xfrm>
          <a:prstGeom prst="rect">
            <a:avLst/>
          </a:prstGeom>
          <a:noFill/>
          <a:ln>
            <a:noFill/>
          </a:ln>
        </p:spPr>
      </p:pic>
      <p:pic>
        <p:nvPicPr>
          <p:cNvPr id="587" name="Google Shape;587;g3f8b8008664_0_79" descr="C:\Documents and Settings\Administrator\Desktop\3dflags_ken0001-0003a.gif"/>
          <p:cNvPicPr preferRelativeResize="0"/>
          <p:nvPr/>
        </p:nvPicPr>
        <p:blipFill rotWithShape="1">
          <a:blip r:embed="rId7">
            <a:alphaModFix/>
          </a:blip>
          <a:srcRect/>
          <a:stretch/>
        </p:blipFill>
        <p:spPr>
          <a:xfrm>
            <a:off x="147338" y="101700"/>
            <a:ext cx="1002960" cy="7506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g3f8b8008664_0_91"/>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Consecutive Dry (&lt;1mm) Days Probability</a:t>
            </a:r>
            <a:endParaRPr/>
          </a:p>
        </p:txBody>
      </p:sp>
      <p:sp>
        <p:nvSpPr>
          <p:cNvPr id="594" name="Google Shape;594;g3f8b8008664_0_91"/>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45</a:t>
            </a:fld>
            <a:endParaRPr/>
          </a:p>
        </p:txBody>
      </p:sp>
      <p:sp>
        <p:nvSpPr>
          <p:cNvPr id="595" name="Google Shape;595;g3f8b8008664_0_91"/>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ECMWF extended range</a:t>
            </a:r>
            <a:endParaRPr/>
          </a:p>
          <a:p>
            <a:pPr marL="0" lvl="0" indent="0" algn="ctr" rtl="0">
              <a:spcBef>
                <a:spcPts val="360"/>
              </a:spcBef>
              <a:spcAft>
                <a:spcPts val="0"/>
              </a:spcAft>
              <a:buNone/>
            </a:pPr>
            <a:endParaRPr/>
          </a:p>
        </p:txBody>
      </p:sp>
      <p:pic>
        <p:nvPicPr>
          <p:cNvPr id="596" name="median_dry"/>
          <p:cNvPicPr preferRelativeResize="0"/>
          <p:nvPr/>
        </p:nvPicPr>
        <p:blipFill>
          <a:blip r:embed="rId3">
            <a:alphaModFix/>
          </a:blip>
          <a:stretch>
            <a:fillRect/>
          </a:stretch>
        </p:blipFill>
        <p:spPr>
          <a:xfrm>
            <a:off x="350100" y="1639600"/>
            <a:ext cx="3467792" cy="4644849"/>
          </a:xfrm>
          <a:prstGeom prst="rect">
            <a:avLst/>
          </a:prstGeom>
          <a:noFill/>
          <a:ln>
            <a:noFill/>
          </a:ln>
        </p:spPr>
      </p:pic>
      <p:pic>
        <p:nvPicPr>
          <p:cNvPr id="597" name="dry5"/>
          <p:cNvPicPr preferRelativeResize="0"/>
          <p:nvPr/>
        </p:nvPicPr>
        <p:blipFill>
          <a:blip r:embed="rId4">
            <a:alphaModFix/>
          </a:blip>
          <a:stretch>
            <a:fillRect/>
          </a:stretch>
        </p:blipFill>
        <p:spPr>
          <a:xfrm>
            <a:off x="4007300" y="1696651"/>
            <a:ext cx="3532750" cy="4530751"/>
          </a:xfrm>
          <a:prstGeom prst="rect">
            <a:avLst/>
          </a:prstGeom>
          <a:noFill/>
          <a:ln>
            <a:noFill/>
          </a:ln>
        </p:spPr>
      </p:pic>
      <p:pic>
        <p:nvPicPr>
          <p:cNvPr id="598" name="dry7"/>
          <p:cNvPicPr preferRelativeResize="0"/>
          <p:nvPr/>
        </p:nvPicPr>
        <p:blipFill>
          <a:blip r:embed="rId5">
            <a:alphaModFix/>
          </a:blip>
          <a:stretch>
            <a:fillRect/>
          </a:stretch>
        </p:blipFill>
        <p:spPr>
          <a:xfrm>
            <a:off x="7729450" y="1664800"/>
            <a:ext cx="3671365" cy="4708526"/>
          </a:xfrm>
          <a:prstGeom prst="rect">
            <a:avLst/>
          </a:prstGeom>
          <a:noFill/>
          <a:ln>
            <a:noFill/>
          </a:ln>
        </p:spPr>
      </p:pic>
      <p:pic>
        <p:nvPicPr>
          <p:cNvPr id="600" name="Google Shape;600;g3f8b8008664_0_91" descr="gklogo"/>
          <p:cNvPicPr preferRelativeResize="0"/>
          <p:nvPr/>
        </p:nvPicPr>
        <p:blipFill rotWithShape="1">
          <a:blip r:embed="rId6">
            <a:alphaModFix/>
          </a:blip>
          <a:srcRect/>
          <a:stretch/>
        </p:blipFill>
        <p:spPr>
          <a:xfrm>
            <a:off x="11238623" y="107275"/>
            <a:ext cx="806040" cy="739440"/>
          </a:xfrm>
          <a:prstGeom prst="rect">
            <a:avLst/>
          </a:prstGeom>
          <a:noFill/>
          <a:ln>
            <a:noFill/>
          </a:ln>
        </p:spPr>
      </p:pic>
      <p:pic>
        <p:nvPicPr>
          <p:cNvPr id="601" name="Google Shape;601;g3f8b8008664_0_91" descr="C:\Documents and Settings\Administrator\Desktop\3dflags_ken0001-0003a.gif"/>
          <p:cNvPicPr preferRelativeResize="0"/>
          <p:nvPr/>
        </p:nvPicPr>
        <p:blipFill rotWithShape="1">
          <a:blip r:embed="rId7">
            <a:alphaModFix/>
          </a:blip>
          <a:srcRect/>
          <a:stretch/>
        </p:blipFill>
        <p:spPr>
          <a:xfrm>
            <a:off x="147338" y="101700"/>
            <a:ext cx="1002960" cy="7506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3f8b8008664_0_103"/>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Probability of exceeding 20 mm </a:t>
            </a:r>
            <a:endParaRPr/>
          </a:p>
        </p:txBody>
      </p:sp>
      <p:sp>
        <p:nvSpPr>
          <p:cNvPr id="608" name="Google Shape;608;g3f8b8008664_0_103"/>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46</a:t>
            </a:fld>
            <a:endParaRPr/>
          </a:p>
        </p:txBody>
      </p:sp>
      <p:sp>
        <p:nvSpPr>
          <p:cNvPr id="609" name="Google Shape;609;g3f8b8008664_0_103"/>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ECMWF extended range</a:t>
            </a:r>
            <a:endParaRPr/>
          </a:p>
          <a:p>
            <a:pPr marL="0" lvl="0" indent="0" algn="ctr" rtl="0">
              <a:spcBef>
                <a:spcPts val="360"/>
              </a:spcBef>
              <a:spcAft>
                <a:spcPts val="0"/>
              </a:spcAft>
              <a:buNone/>
            </a:pPr>
            <a:endParaRPr/>
          </a:p>
        </p:txBody>
      </p:sp>
      <p:pic>
        <p:nvPicPr>
          <p:cNvPr id="610" name="exceed20mm"/>
          <p:cNvPicPr preferRelativeResize="0"/>
          <p:nvPr/>
        </p:nvPicPr>
        <p:blipFill>
          <a:blip r:embed="rId3">
            <a:alphaModFix/>
          </a:blip>
          <a:stretch>
            <a:fillRect/>
          </a:stretch>
        </p:blipFill>
        <p:spPr>
          <a:xfrm>
            <a:off x="1662587" y="1035726"/>
            <a:ext cx="8866806" cy="5685724"/>
          </a:xfrm>
          <a:prstGeom prst="rect">
            <a:avLst/>
          </a:prstGeom>
          <a:noFill/>
          <a:ln>
            <a:noFill/>
          </a:ln>
        </p:spPr>
      </p:pic>
      <p:pic>
        <p:nvPicPr>
          <p:cNvPr id="612" name="Google Shape;612;g3f8b8008664_0_103"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613" name="Google Shape;613;g3f8b8008664_0_103"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618"/>
        <p:cNvGrpSpPr/>
        <p:nvPr/>
      </p:nvGrpSpPr>
      <p:grpSpPr>
        <a:xfrm>
          <a:off x="0" y="0"/>
          <a:ext cx="0" cy="0"/>
          <a:chOff x="0" y="0"/>
          <a:chExt cx="0" cy="0"/>
        </a:xfrm>
      </p:grpSpPr>
      <p:sp>
        <p:nvSpPr>
          <p:cNvPr id="619" name="Google Shape;619;g3f84ffdcb31_1_43"/>
          <p:cNvSpPr txBox="1">
            <a:spLocks noGrp="1"/>
          </p:cNvSpPr>
          <p:nvPr>
            <p:ph type="title"/>
          </p:nvPr>
        </p:nvSpPr>
        <p:spPr>
          <a:xfrm>
            <a:off x="403761" y="2695700"/>
            <a:ext cx="11412300" cy="895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AI Model Forecasts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624"/>
        <p:cNvGrpSpPr/>
        <p:nvPr/>
      </p:nvGrpSpPr>
      <p:grpSpPr>
        <a:xfrm>
          <a:off x="0" y="0"/>
          <a:ext cx="0" cy="0"/>
          <a:chOff x="0" y="0"/>
          <a:chExt cx="0" cy="0"/>
        </a:xfrm>
      </p:grpSpPr>
      <p:sp>
        <p:nvSpPr>
          <p:cNvPr id="625" name="Google Shape;625;g3f880911230_3_7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Cumulus AI Model</a:t>
            </a:r>
            <a:endParaRPr/>
          </a:p>
        </p:txBody>
      </p:sp>
      <p:sp>
        <p:nvSpPr>
          <p:cNvPr id="626" name="Google Shape;626;g3f880911230_3_7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48</a:t>
            </a:fld>
            <a:endParaRPr/>
          </a:p>
        </p:txBody>
      </p:sp>
      <p:sp>
        <p:nvSpPr>
          <p:cNvPr id="627" name="Google Shape;627;g3f880911230_3_7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628" name="Google Shape;628;g3f880911230_3_75"/>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100"/>
          </a:p>
        </p:txBody>
      </p:sp>
      <p:pic>
        <p:nvPicPr>
          <p:cNvPr id="629" name="Google Shape;629;g3f880911230_3_75"/>
          <p:cNvPicPr preferRelativeResize="0"/>
          <p:nvPr/>
        </p:nvPicPr>
        <p:blipFill>
          <a:blip r:embed="rId3">
            <a:alphaModFix/>
          </a:blip>
          <a:stretch>
            <a:fillRect/>
          </a:stretch>
        </p:blipFill>
        <p:spPr>
          <a:xfrm rot="2564143">
            <a:off x="2168719" y="3215631"/>
            <a:ext cx="2528556" cy="971563"/>
          </a:xfrm>
          <a:prstGeom prst="rect">
            <a:avLst/>
          </a:prstGeom>
          <a:solidFill>
            <a:schemeClr val="lt1"/>
          </a:solidFill>
          <a:ln>
            <a:noFill/>
          </a:ln>
        </p:spPr>
      </p:pic>
      <p:sp>
        <p:nvSpPr>
          <p:cNvPr id="630" name="Google Shape;630;g3f880911230_3_75"/>
          <p:cNvSpPr txBox="1">
            <a:spLocks noGrp="1"/>
          </p:cNvSpPr>
          <p:nvPr>
            <p:ph type="body" idx="1"/>
          </p:nvPr>
        </p:nvSpPr>
        <p:spPr>
          <a:xfrm>
            <a:off x="593425" y="1165950"/>
            <a:ext cx="9510300" cy="5027100"/>
          </a:xfrm>
          <a:prstGeom prst="rect">
            <a:avLst/>
          </a:prstGeom>
        </p:spPr>
        <p:txBody>
          <a:bodyPr spcFirstLastPara="1" wrap="square" lIns="0" tIns="0" rIns="121900" bIns="0" anchor="t" anchorCtr="0">
            <a:normAutofit/>
          </a:bodyPr>
          <a:lstStyle/>
          <a:p>
            <a:pPr marL="0" lvl="0" indent="0" algn="l" rtl="0">
              <a:spcBef>
                <a:spcPts val="0"/>
              </a:spcBef>
              <a:spcAft>
                <a:spcPts val="0"/>
              </a:spcAft>
              <a:buNone/>
            </a:pPr>
            <a:endParaRPr/>
          </a:p>
        </p:txBody>
      </p:sp>
      <p:pic>
        <p:nvPicPr>
          <p:cNvPr id="631" name="Google Shape;631;g3f880911230_3_75"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632" name="Google Shape;632;g3f880911230_3_75"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637"/>
        <p:cNvGrpSpPr/>
        <p:nvPr/>
      </p:nvGrpSpPr>
      <p:grpSpPr>
        <a:xfrm>
          <a:off x="0" y="0"/>
          <a:ext cx="0" cy="0"/>
          <a:chOff x="0" y="0"/>
          <a:chExt cx="0" cy="0"/>
        </a:xfrm>
      </p:grpSpPr>
      <p:sp>
        <p:nvSpPr>
          <p:cNvPr id="638" name="Google Shape;638;g3f880911230_3_8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PBC AI Model</a:t>
            </a:r>
            <a:endParaRPr/>
          </a:p>
        </p:txBody>
      </p:sp>
      <p:sp>
        <p:nvSpPr>
          <p:cNvPr id="639" name="Google Shape;639;g3f880911230_3_8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49</a:t>
            </a:fld>
            <a:endParaRPr/>
          </a:p>
        </p:txBody>
      </p:sp>
      <p:sp>
        <p:nvSpPr>
          <p:cNvPr id="640" name="Google Shape;640;g3f880911230_3_8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641" name="Google Shape;641;g3f880911230_3_85"/>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100"/>
          </a:p>
        </p:txBody>
      </p:sp>
      <p:pic>
        <p:nvPicPr>
          <p:cNvPr id="642" name="Google Shape;642;g3f880911230_3_85"/>
          <p:cNvPicPr preferRelativeResize="0"/>
          <p:nvPr/>
        </p:nvPicPr>
        <p:blipFill>
          <a:blip r:embed="rId3">
            <a:alphaModFix/>
          </a:blip>
          <a:stretch>
            <a:fillRect/>
          </a:stretch>
        </p:blipFill>
        <p:spPr>
          <a:xfrm rot="2564143">
            <a:off x="2168719" y="3215631"/>
            <a:ext cx="2528556" cy="971563"/>
          </a:xfrm>
          <a:prstGeom prst="rect">
            <a:avLst/>
          </a:prstGeom>
          <a:solidFill>
            <a:schemeClr val="lt1"/>
          </a:solidFill>
          <a:ln>
            <a:noFill/>
          </a:ln>
        </p:spPr>
      </p:pic>
      <p:sp>
        <p:nvSpPr>
          <p:cNvPr id="643" name="Google Shape;643;g3f880911230_3_85"/>
          <p:cNvSpPr txBox="1">
            <a:spLocks noGrp="1"/>
          </p:cNvSpPr>
          <p:nvPr>
            <p:ph type="body" idx="1"/>
          </p:nvPr>
        </p:nvSpPr>
        <p:spPr>
          <a:xfrm>
            <a:off x="593425" y="1165950"/>
            <a:ext cx="9510300" cy="5027100"/>
          </a:xfrm>
          <a:prstGeom prst="rect">
            <a:avLst/>
          </a:prstGeom>
        </p:spPr>
        <p:txBody>
          <a:bodyPr spcFirstLastPara="1" wrap="square" lIns="0" tIns="0" rIns="121900" bIns="0" anchor="t" anchorCtr="0">
            <a:normAutofit/>
          </a:bodyPr>
          <a:lstStyle/>
          <a:p>
            <a:pPr marL="0" lvl="0" indent="0" algn="l" rtl="0">
              <a:spcBef>
                <a:spcPts val="0"/>
              </a:spcBef>
              <a:spcAft>
                <a:spcPts val="0"/>
              </a:spcAft>
              <a:buNone/>
            </a:pPr>
            <a:endParaRPr/>
          </a:p>
        </p:txBody>
      </p:sp>
      <p:pic>
        <p:nvPicPr>
          <p:cNvPr id="644" name="Google Shape;644;g3f880911230_3_85"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645" name="Google Shape;645;g3f880911230_3_85"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650"/>
        <p:cNvGrpSpPr/>
        <p:nvPr/>
      </p:nvGrpSpPr>
      <p:grpSpPr>
        <a:xfrm>
          <a:off x="0" y="0"/>
          <a:ext cx="0" cy="0"/>
          <a:chOff x="0" y="0"/>
          <a:chExt cx="0" cy="0"/>
        </a:xfrm>
      </p:grpSpPr>
      <p:sp>
        <p:nvSpPr>
          <p:cNvPr id="651" name="Google Shape;651;g3f880911230_3_9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NeuralGCM AI Model</a:t>
            </a:r>
            <a:endParaRPr/>
          </a:p>
        </p:txBody>
      </p:sp>
      <p:sp>
        <p:nvSpPr>
          <p:cNvPr id="652" name="Google Shape;652;g3f880911230_3_9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50</a:t>
            </a:fld>
            <a:endParaRPr/>
          </a:p>
        </p:txBody>
      </p:sp>
      <p:sp>
        <p:nvSpPr>
          <p:cNvPr id="653" name="Google Shape;653;g3f880911230_3_9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654" name="Google Shape;654;g3f880911230_3_95"/>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100"/>
          </a:p>
        </p:txBody>
      </p:sp>
      <p:pic>
        <p:nvPicPr>
          <p:cNvPr id="655" name="Google Shape;655;g3f880911230_3_95"/>
          <p:cNvPicPr preferRelativeResize="0"/>
          <p:nvPr/>
        </p:nvPicPr>
        <p:blipFill>
          <a:blip r:embed="rId3">
            <a:alphaModFix/>
          </a:blip>
          <a:stretch>
            <a:fillRect/>
          </a:stretch>
        </p:blipFill>
        <p:spPr>
          <a:xfrm rot="2564143">
            <a:off x="2168719" y="3215631"/>
            <a:ext cx="2528556" cy="971563"/>
          </a:xfrm>
          <a:prstGeom prst="rect">
            <a:avLst/>
          </a:prstGeom>
          <a:solidFill>
            <a:schemeClr val="lt1"/>
          </a:solidFill>
          <a:ln>
            <a:noFill/>
          </a:ln>
        </p:spPr>
      </p:pic>
      <p:sp>
        <p:nvSpPr>
          <p:cNvPr id="656" name="Google Shape;656;g3f880911230_3_95"/>
          <p:cNvSpPr txBox="1">
            <a:spLocks noGrp="1"/>
          </p:cNvSpPr>
          <p:nvPr>
            <p:ph type="body" idx="1"/>
          </p:nvPr>
        </p:nvSpPr>
        <p:spPr>
          <a:xfrm>
            <a:off x="593425" y="1165950"/>
            <a:ext cx="9510300" cy="5027100"/>
          </a:xfrm>
          <a:prstGeom prst="rect">
            <a:avLst/>
          </a:prstGeom>
        </p:spPr>
        <p:txBody>
          <a:bodyPr spcFirstLastPara="1" wrap="square" lIns="0" tIns="0" rIns="121900" bIns="0" anchor="t" anchorCtr="0">
            <a:normAutofit/>
          </a:bodyPr>
          <a:lstStyle/>
          <a:p>
            <a:pPr marL="0" lvl="0" indent="0" algn="l" rtl="0">
              <a:spcBef>
                <a:spcPts val="0"/>
              </a:spcBef>
              <a:spcAft>
                <a:spcPts val="0"/>
              </a:spcAft>
              <a:buNone/>
            </a:pPr>
            <a:endParaRPr/>
          </a:p>
        </p:txBody>
      </p:sp>
      <p:pic>
        <p:nvPicPr>
          <p:cNvPr id="657" name="Google Shape;657;g3f880911230_3_95"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658" name="Google Shape;658;g3f880911230_3_95"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663"/>
        <p:cNvGrpSpPr/>
        <p:nvPr/>
      </p:nvGrpSpPr>
      <p:grpSpPr>
        <a:xfrm>
          <a:off x="0" y="0"/>
          <a:ext cx="0" cy="0"/>
          <a:chOff x="0" y="0"/>
          <a:chExt cx="0" cy="0"/>
        </a:xfrm>
      </p:grpSpPr>
      <p:sp>
        <p:nvSpPr>
          <p:cNvPr id="664" name="Google Shape;664;g3f880911230_3_115"/>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r>
              <a:rPr lang="en-US"/>
              <a:t>AI Model Verification</a:t>
            </a:r>
            <a:endParaRPr/>
          </a:p>
        </p:txBody>
      </p:sp>
      <p:sp>
        <p:nvSpPr>
          <p:cNvPr id="665" name="Google Shape;665;g3f880911230_3_115"/>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51</a:t>
            </a:fld>
            <a:endParaRPr/>
          </a:p>
        </p:txBody>
      </p:sp>
      <p:sp>
        <p:nvSpPr>
          <p:cNvPr id="666" name="Google Shape;666;g3f880911230_3_115"/>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r>
              <a:rPr lang="en-US"/>
              <a:t>Source Nimbus Forecasting System</a:t>
            </a:r>
            <a:endParaRPr/>
          </a:p>
        </p:txBody>
      </p:sp>
      <p:sp>
        <p:nvSpPr>
          <p:cNvPr id="667" name="Google Shape;667;g3f880911230_3_115"/>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100"/>
          </a:p>
        </p:txBody>
      </p:sp>
      <p:pic>
        <p:nvPicPr>
          <p:cNvPr id="668" name="Google Shape;668;g3f880911230_3_115"/>
          <p:cNvPicPr preferRelativeResize="0"/>
          <p:nvPr/>
        </p:nvPicPr>
        <p:blipFill>
          <a:blip r:embed="rId3">
            <a:alphaModFix/>
          </a:blip>
          <a:stretch>
            <a:fillRect/>
          </a:stretch>
        </p:blipFill>
        <p:spPr>
          <a:xfrm rot="2564143">
            <a:off x="2168719" y="3215631"/>
            <a:ext cx="2528556" cy="971563"/>
          </a:xfrm>
          <a:prstGeom prst="rect">
            <a:avLst/>
          </a:prstGeom>
          <a:solidFill>
            <a:schemeClr val="lt1"/>
          </a:solidFill>
          <a:ln>
            <a:noFill/>
          </a:ln>
        </p:spPr>
      </p:pic>
      <p:pic>
        <p:nvPicPr>
          <p:cNvPr id="670" name="Google Shape;670;g3f880911230_3_115" descr="gklogo"/>
          <p:cNvPicPr preferRelativeResize="0"/>
          <p:nvPr/>
        </p:nvPicPr>
        <p:blipFill rotWithShape="1">
          <a:blip r:embed="rId4">
            <a:alphaModFix/>
          </a:blip>
          <a:srcRect/>
          <a:stretch/>
        </p:blipFill>
        <p:spPr>
          <a:xfrm>
            <a:off x="11238623" y="107275"/>
            <a:ext cx="806040" cy="739440"/>
          </a:xfrm>
          <a:prstGeom prst="rect">
            <a:avLst/>
          </a:prstGeom>
          <a:noFill/>
          <a:ln>
            <a:noFill/>
          </a:ln>
        </p:spPr>
      </p:pic>
      <p:pic>
        <p:nvPicPr>
          <p:cNvPr id="671" name="Google Shape;671;g3f880911230_3_115" descr="C:\Documents and Settings\Administrator\Desktop\3dflags_ken0001-0003a.gif"/>
          <p:cNvPicPr preferRelativeResize="0"/>
          <p:nvPr/>
        </p:nvPicPr>
        <p:blipFill rotWithShape="1">
          <a:blip r:embed="rId5">
            <a:alphaModFix/>
          </a:blip>
          <a:srcRect/>
          <a:stretch/>
        </p:blipFill>
        <p:spPr>
          <a:xfrm>
            <a:off x="147338" y="101700"/>
            <a:ext cx="1002960" cy="7506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g3f84ffdcb31_1_53"/>
          <p:cNvSpPr txBox="1">
            <a:spLocks noGrp="1"/>
          </p:cNvSpPr>
          <p:nvPr>
            <p:ph type="title"/>
          </p:nvPr>
        </p:nvSpPr>
        <p:spPr>
          <a:xfrm>
            <a:off x="403761" y="2695700"/>
            <a:ext cx="11412300" cy="895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Appendices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g3f9f07a076a_3_1"/>
          <p:cNvSpPr txBox="1">
            <a:spLocks noGrp="1"/>
          </p:cNvSpPr>
          <p:nvPr>
            <p:ph type="title"/>
          </p:nvPr>
        </p:nvSpPr>
        <p:spPr>
          <a:xfrm>
            <a:off x="0" y="0"/>
            <a:ext cx="12192000" cy="954000"/>
          </a:xfrm>
          <a:prstGeom prst="rect">
            <a:avLst/>
          </a:prstGeom>
        </p:spPr>
        <p:txBody>
          <a:bodyPr spcFirstLastPara="1" wrap="square" lIns="609600" tIns="60925" rIns="609600" bIns="304800" anchor="ctr" anchorCtr="0">
            <a:noAutofit/>
          </a:bodyPr>
          <a:lstStyle/>
          <a:p>
            <a:pPr marL="0" lvl="0" indent="0" algn="ctr" rtl="0">
              <a:spcBef>
                <a:spcPts val="0"/>
              </a:spcBef>
              <a:spcAft>
                <a:spcPts val="0"/>
              </a:spcAft>
              <a:buNone/>
            </a:pPr>
            <a:endParaRPr/>
          </a:p>
        </p:txBody>
      </p:sp>
      <p:sp>
        <p:nvSpPr>
          <p:cNvPr id="735" name="Google Shape;735;g3f9f07a076a_3_1"/>
          <p:cNvSpPr txBox="1">
            <a:spLocks noGrp="1"/>
          </p:cNvSpPr>
          <p:nvPr>
            <p:ph type="sldNum" idx="12"/>
          </p:nvPr>
        </p:nvSpPr>
        <p:spPr>
          <a:xfrm>
            <a:off x="10492403" y="6356350"/>
            <a:ext cx="1089900" cy="3651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US"/>
              <a:t>53</a:t>
            </a:fld>
            <a:endParaRPr/>
          </a:p>
        </p:txBody>
      </p:sp>
      <p:sp>
        <p:nvSpPr>
          <p:cNvPr id="736" name="Google Shape;736;g3f9f07a076a_3_1"/>
          <p:cNvSpPr txBox="1">
            <a:spLocks noGrp="1"/>
          </p:cNvSpPr>
          <p:nvPr>
            <p:ph type="body" idx="1"/>
          </p:nvPr>
        </p:nvSpPr>
        <p:spPr>
          <a:xfrm>
            <a:off x="593425" y="1165950"/>
            <a:ext cx="9510300" cy="5027100"/>
          </a:xfrm>
          <a:prstGeom prst="rect">
            <a:avLst/>
          </a:prstGeom>
        </p:spPr>
        <p:txBody>
          <a:bodyPr spcFirstLastPara="1" wrap="square" lIns="0" tIns="0" rIns="121900" bIns="0" anchor="t" anchorCtr="0">
            <a:normAutofit/>
          </a:bodyPr>
          <a:lstStyle/>
          <a:p>
            <a:pPr marL="0" lvl="0" indent="0" algn="l" rtl="0">
              <a:spcBef>
                <a:spcPts val="0"/>
              </a:spcBef>
              <a:spcAft>
                <a:spcPts val="0"/>
              </a:spcAft>
              <a:buNone/>
            </a:pPr>
            <a:endParaRPr/>
          </a:p>
        </p:txBody>
      </p:sp>
      <p:sp>
        <p:nvSpPr>
          <p:cNvPr id="737" name="Google Shape;737;g3f9f07a076a_3_1"/>
          <p:cNvSpPr txBox="1">
            <a:spLocks noGrp="1"/>
          </p:cNvSpPr>
          <p:nvPr>
            <p:ph type="subTitle" idx="2"/>
          </p:nvPr>
        </p:nvSpPr>
        <p:spPr>
          <a:xfrm>
            <a:off x="409640" y="549774"/>
            <a:ext cx="11372700" cy="812400"/>
          </a:xfrm>
          <a:prstGeom prst="rect">
            <a:avLst/>
          </a:prstGeom>
        </p:spPr>
        <p:txBody>
          <a:bodyPr spcFirstLastPara="1" wrap="square" lIns="91425" tIns="45700" rIns="91425" bIns="45700" anchor="t" anchorCtr="0">
            <a:noAutofit/>
          </a:bodyPr>
          <a:lstStyle/>
          <a:p>
            <a:pPr marL="0" lvl="0" indent="0" algn="ctr" rtl="0">
              <a:spcBef>
                <a:spcPts val="360"/>
              </a:spcBef>
              <a:spcAft>
                <a:spcPts val="0"/>
              </a:spcAft>
              <a:buNone/>
            </a:pPr>
            <a:endParaRPr/>
          </a:p>
        </p:txBody>
      </p:sp>
      <p:pic>
        <p:nvPicPr>
          <p:cNvPr id="738" name="Google Shape;738;g3f9f07a076a_3_1"/>
          <p:cNvPicPr preferRelativeResize="0"/>
          <p:nvPr/>
        </p:nvPicPr>
        <p:blipFill>
          <a:blip r:embed="rId3">
            <a:alphaModFix/>
          </a:blip>
          <a:stretch>
            <a:fillRect/>
          </a:stretch>
        </p:blipFill>
        <p:spPr>
          <a:xfrm>
            <a:off x="2337988" y="1094001"/>
            <a:ext cx="7516026" cy="562745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Brand">
      <a:dk1>
        <a:srgbClr val="1A1A1A"/>
      </a:dk1>
      <a:lt1>
        <a:srgbClr val="FFFFFF"/>
      </a:lt1>
      <a:dk2>
        <a:srgbClr val="2F7372"/>
      </a:dk2>
      <a:lt2>
        <a:srgbClr val="F7F2E8"/>
      </a:lt2>
      <a:accent1>
        <a:srgbClr val="2F7372"/>
      </a:accent1>
      <a:accent2>
        <a:srgbClr val="A0CCCB"/>
      </a:accent2>
      <a:accent3>
        <a:srgbClr val="BD7E49"/>
      </a:accent3>
      <a:accent4>
        <a:srgbClr val="457802"/>
      </a:accent4>
      <a:accent5>
        <a:srgbClr val="9D152D"/>
      </a:accent5>
      <a:accent6>
        <a:srgbClr val="1A1A1A"/>
      </a:accent6>
      <a:hlink>
        <a:srgbClr val="2F7372"/>
      </a:hlink>
      <a:folHlink>
        <a:srgbClr val="9D152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492</TotalTime>
  <Words>3257</Words>
  <Application>Microsoft Office PowerPoint</Application>
  <PresentationFormat>Widescreen</PresentationFormat>
  <Paragraphs>299</Paragraphs>
  <Slides>53</Slides>
  <Notes>53</Notes>
  <HiddenSlides>5</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Calibri</vt:lpstr>
      <vt:lpstr>Cambria</vt:lpstr>
      <vt:lpstr>Karla</vt:lpstr>
      <vt:lpstr>Montserrat</vt:lpstr>
      <vt:lpstr>Play</vt:lpstr>
      <vt:lpstr>Roboto</vt:lpstr>
      <vt:lpstr>Office Theme</vt:lpstr>
      <vt:lpstr>The goal of this slide deck is to enable the KMSA operational forecasting team to monitor the rainy season progression during OND 2026. </vt:lpstr>
      <vt:lpstr>Kenya Rainy Season Forecast Briefing</vt:lpstr>
      <vt:lpstr>PowerPoint Presentation</vt:lpstr>
      <vt:lpstr>Summary</vt:lpstr>
      <vt:lpstr>7 Sept 2026 Outlook</vt:lpstr>
      <vt:lpstr>Recent Observations  </vt:lpstr>
      <vt:lpstr>Recent Rainfall Observations: Kenya</vt:lpstr>
      <vt:lpstr>Recent Rainfall Observations: Eastern Africa</vt:lpstr>
      <vt:lpstr>Recent Observations: Station Data</vt:lpstr>
      <vt:lpstr>Seasonal Progression</vt:lpstr>
      <vt:lpstr>Seasonal Progression vs Analog Years</vt:lpstr>
      <vt:lpstr>Equatorial Waves - MJO</vt:lpstr>
      <vt:lpstr>Equatorial Waves - IOD and ENSO</vt:lpstr>
      <vt:lpstr>ITCZ State</vt:lpstr>
      <vt:lpstr>Equatorial Waves - Analyses and Forecasts</vt:lpstr>
      <vt:lpstr>Last Week’s Forecast Verification </vt:lpstr>
      <vt:lpstr>Last Weeks Forecast Verification - Hit Rate, GEFS</vt:lpstr>
      <vt:lpstr>Last Weeks Forecast Verification - Bias, GEFS</vt:lpstr>
      <vt:lpstr>Last Weeks Forecast Verification - Bias, GEFS</vt:lpstr>
      <vt:lpstr>Timeseries Verification</vt:lpstr>
      <vt:lpstr>This Week’s Forecasts </vt:lpstr>
      <vt:lpstr>Zonal Moisture Transports</vt:lpstr>
      <vt:lpstr>Zonal Moisture Transports</vt:lpstr>
      <vt:lpstr>Projected State Over the Indian Ocean</vt:lpstr>
      <vt:lpstr>Total Column Water Anomaly</vt:lpstr>
      <vt:lpstr>Indian Basin Monthly Precipitation anomaly</vt:lpstr>
      <vt:lpstr>Indian Basin Standardized Monthly Precipitation Anom</vt:lpstr>
      <vt:lpstr>Weekly precipitation: ECMWF Medium Range</vt:lpstr>
      <vt:lpstr>Weekly precipitation: ECMWF</vt:lpstr>
      <vt:lpstr>Weekly precipitation: HRES + ECMWF</vt:lpstr>
      <vt:lpstr>Weekly precipitation: GEFS</vt:lpstr>
      <vt:lpstr>Weekly precipitation: ECMWF Downscaled</vt:lpstr>
      <vt:lpstr>Likelihood of being above/below normal ECMWF</vt:lpstr>
      <vt:lpstr>Likelihood of being above/below normal ECMWF</vt:lpstr>
      <vt:lpstr>Extreme forecast index ECMWF</vt:lpstr>
      <vt:lpstr>Chance of being above median ECMWF</vt:lpstr>
      <vt:lpstr>Anomaly from median ECMWF</vt:lpstr>
      <vt:lpstr>MJO Outlook</vt:lpstr>
      <vt:lpstr>IOD Outlook</vt:lpstr>
      <vt:lpstr>Nino 3.4 Outlook</vt:lpstr>
      <vt:lpstr>Agrometeorological Indicators</vt:lpstr>
      <vt:lpstr>Probability of ICPAC Onset</vt:lpstr>
      <vt:lpstr>Probability of Start of Growing Season</vt:lpstr>
      <vt:lpstr>Consecutive Wet (&gt;1mm) Days Probability</vt:lpstr>
      <vt:lpstr>Consecutive Dry (&lt;1mm) Days Probability</vt:lpstr>
      <vt:lpstr>Probability of exceeding 20 mm </vt:lpstr>
      <vt:lpstr>AI Model Forecasts</vt:lpstr>
      <vt:lpstr>Cumulus AI Model</vt:lpstr>
      <vt:lpstr>PBC AI Model</vt:lpstr>
      <vt:lpstr>NeuralGCM AI Model</vt:lpstr>
      <vt:lpstr>AI Model Verification</vt:lpstr>
      <vt:lpstr>Appendices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Mary Puleo</dc:creator>
  <cp:lastModifiedBy>Jong, Alexander Gerco</cp:lastModifiedBy>
  <cp:revision>6</cp:revision>
  <dcterms:created xsi:type="dcterms:W3CDTF">2026-01-23T22:51:11Z</dcterms:created>
  <dcterms:modified xsi:type="dcterms:W3CDTF">2026-09-07T07:38:34Z</dcterms:modified>
</cp:coreProperties>
</file>